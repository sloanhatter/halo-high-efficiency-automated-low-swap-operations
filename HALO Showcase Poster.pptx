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43891200" cy="38404800"/>
  <p:notesSz cx="6858000" cy="9296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2096">
          <p15:clr>
            <a:srgbClr val="A4A3A4"/>
          </p15:clr>
        </p15:guide>
        <p15:guide id="2" pos="13824">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 roundtripDataSignature="AMtx7mhlW0XReanXBLPwu6L+HBhHmwvdM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B967255-448B-4C87-AC04-2112BC9FE464}">
  <a:tblStyle styleId="{7B967255-448B-4C87-AC04-2112BC9FE464}"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1"/>
    <p:restoredTop sz="94660"/>
  </p:normalViewPr>
  <p:slideViewPr>
    <p:cSldViewPr snapToGrid="0">
      <p:cViewPr varScale="1">
        <p:scale>
          <a:sx n="22" d="100"/>
          <a:sy n="22" d="100"/>
        </p:scale>
        <p:origin x="2064" y="312"/>
      </p:cViewPr>
      <p:guideLst>
        <p:guide orient="horz" pos="12096"/>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customschemas.google.com/relationships/presentationmetadata" Target="metadata"/><Relationship Id="rId3"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theme" Target="theme/theme1.xml"/><Relationship Id="rId10" Type="http://schemas.openxmlformats.org/officeDocument/2006/relationships/viewProps" Target="viewProps.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6513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0516"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0516"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0516"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0516"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0516"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0516"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0516"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0516" b="1"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4" y="0"/>
            <a:ext cx="2971800" cy="46513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0516"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0516"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0516"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0516"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0516"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0516"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0516"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0516" b="1"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438275" y="696913"/>
            <a:ext cx="398145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414838"/>
            <a:ext cx="5486400" cy="41846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728"/>
              </a:spcBef>
              <a:spcAft>
                <a:spcPts val="0"/>
              </a:spcAft>
              <a:buClr>
                <a:srgbClr val="000000"/>
              </a:buClr>
              <a:buSzPts val="1400"/>
              <a:buFont typeface="Arial"/>
              <a:buNone/>
              <a:defRPr sz="2427" b="0" i="0" u="none" strike="noStrike" cap="none">
                <a:solidFill>
                  <a:schemeClr val="dk1"/>
                </a:solidFill>
                <a:latin typeface="Arial"/>
                <a:ea typeface="Arial"/>
                <a:cs typeface="Arial"/>
                <a:sym typeface="Arial"/>
              </a:defRPr>
            </a:lvl1pPr>
            <a:lvl2pPr marL="914400" marR="0" lvl="1" indent="-228600" algn="l" rtl="0">
              <a:lnSpc>
                <a:spcPct val="100000"/>
              </a:lnSpc>
              <a:spcBef>
                <a:spcPts val="728"/>
              </a:spcBef>
              <a:spcAft>
                <a:spcPts val="0"/>
              </a:spcAft>
              <a:buClr>
                <a:srgbClr val="000000"/>
              </a:buClr>
              <a:buSzPts val="1400"/>
              <a:buFont typeface="Arial"/>
              <a:buNone/>
              <a:defRPr sz="2427" b="0" i="0" u="none" strike="noStrike" cap="none">
                <a:solidFill>
                  <a:schemeClr val="dk1"/>
                </a:solidFill>
                <a:latin typeface="Arial"/>
                <a:ea typeface="Arial"/>
                <a:cs typeface="Arial"/>
                <a:sym typeface="Arial"/>
              </a:defRPr>
            </a:lvl2pPr>
            <a:lvl3pPr marL="1371600" marR="0" lvl="2" indent="-228600" algn="l" rtl="0">
              <a:lnSpc>
                <a:spcPct val="100000"/>
              </a:lnSpc>
              <a:spcBef>
                <a:spcPts val="728"/>
              </a:spcBef>
              <a:spcAft>
                <a:spcPts val="0"/>
              </a:spcAft>
              <a:buClr>
                <a:srgbClr val="000000"/>
              </a:buClr>
              <a:buSzPts val="1400"/>
              <a:buFont typeface="Arial"/>
              <a:buNone/>
              <a:defRPr sz="2427" b="0" i="0" u="none" strike="noStrike" cap="none">
                <a:solidFill>
                  <a:schemeClr val="dk1"/>
                </a:solidFill>
                <a:latin typeface="Arial"/>
                <a:ea typeface="Arial"/>
                <a:cs typeface="Arial"/>
                <a:sym typeface="Arial"/>
              </a:defRPr>
            </a:lvl3pPr>
            <a:lvl4pPr marL="1828800" marR="0" lvl="3" indent="-228600" algn="l" rtl="0">
              <a:lnSpc>
                <a:spcPct val="100000"/>
              </a:lnSpc>
              <a:spcBef>
                <a:spcPts val="728"/>
              </a:spcBef>
              <a:spcAft>
                <a:spcPts val="0"/>
              </a:spcAft>
              <a:buClr>
                <a:srgbClr val="000000"/>
              </a:buClr>
              <a:buSzPts val="1400"/>
              <a:buFont typeface="Arial"/>
              <a:buNone/>
              <a:defRPr sz="2427" b="0" i="0" u="none" strike="noStrike" cap="none">
                <a:solidFill>
                  <a:schemeClr val="dk1"/>
                </a:solidFill>
                <a:latin typeface="Arial"/>
                <a:ea typeface="Arial"/>
                <a:cs typeface="Arial"/>
                <a:sym typeface="Arial"/>
              </a:defRPr>
            </a:lvl4pPr>
            <a:lvl5pPr marL="2286000" marR="0" lvl="4" indent="-228600" algn="l" rtl="0">
              <a:lnSpc>
                <a:spcPct val="100000"/>
              </a:lnSpc>
              <a:spcBef>
                <a:spcPts val="728"/>
              </a:spcBef>
              <a:spcAft>
                <a:spcPts val="0"/>
              </a:spcAft>
              <a:buClr>
                <a:srgbClr val="000000"/>
              </a:buClr>
              <a:buSzPts val="1400"/>
              <a:buFont typeface="Arial"/>
              <a:buNone/>
              <a:defRPr sz="2427"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2427"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2427"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2427"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2427"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29675"/>
            <a:ext cx="2971800" cy="465138"/>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0516"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0516"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0516"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0516"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0516"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0516"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0516"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0516" b="1"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4" y="8829675"/>
            <a:ext cx="2971800" cy="465138"/>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g3d70df7b2ae_0_32:notes"/>
          <p:cNvSpPr txBox="1">
            <a:spLocks noGrp="1"/>
          </p:cNvSpPr>
          <p:nvPr>
            <p:ph type="sldNum" idx="12"/>
          </p:nvPr>
        </p:nvSpPr>
        <p:spPr>
          <a:xfrm>
            <a:off x="3884614" y="8829675"/>
            <a:ext cx="2971800" cy="465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Arial"/>
                <a:ea typeface="Arial"/>
                <a:cs typeface="Arial"/>
                <a:sym typeface="Arial"/>
              </a:rPr>
              <a:t>1</a:t>
            </a:fld>
            <a:endParaRPr sz="1200" b="0" i="0" u="none" strike="noStrike" cap="none">
              <a:solidFill>
                <a:schemeClr val="dk1"/>
              </a:solidFill>
              <a:latin typeface="Arial"/>
              <a:ea typeface="Arial"/>
              <a:cs typeface="Arial"/>
              <a:sym typeface="Arial"/>
            </a:endParaRPr>
          </a:p>
        </p:txBody>
      </p:sp>
      <p:sp>
        <p:nvSpPr>
          <p:cNvPr id="47" name="Google Shape;47;g3d70df7b2ae_0_32:notes"/>
          <p:cNvSpPr>
            <a:spLocks noGrp="1" noRot="1" noChangeAspect="1"/>
          </p:cNvSpPr>
          <p:nvPr>
            <p:ph type="sldImg" idx="2"/>
          </p:nvPr>
        </p:nvSpPr>
        <p:spPr>
          <a:xfrm>
            <a:off x="1438275" y="696913"/>
            <a:ext cx="398145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 name="Google Shape;48;g3d70df7b2ae_0_32:notes"/>
          <p:cNvSpPr txBox="1">
            <a:spLocks noGrp="1"/>
          </p:cNvSpPr>
          <p:nvPr>
            <p:ph type="body" idx="1"/>
          </p:nvPr>
        </p:nvSpPr>
        <p:spPr>
          <a:xfrm>
            <a:off x="685800" y="4414838"/>
            <a:ext cx="5486400" cy="41847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6"/>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6"/>
          <p:cNvSpPr txBox="1">
            <a:spLocks noGrp="1"/>
          </p:cNvSpPr>
          <p:nvPr>
            <p:ph type="title"/>
          </p:nvPr>
        </p:nvSpPr>
        <p:spPr>
          <a:xfrm>
            <a:off x="2193927" y="1538405"/>
            <a:ext cx="39503351" cy="64008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1pPr>
            <a:lvl2pPr marR="0" lvl="1"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2pPr>
            <a:lvl3pPr marR="0" lvl="2"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3pPr>
            <a:lvl4pPr marR="0" lvl="3"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4pPr>
            <a:lvl5pPr marR="0" lvl="4"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5pPr>
            <a:lvl6pPr marR="0" lvl="5"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6pPr>
            <a:lvl7pPr marR="0" lvl="6"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7pPr>
            <a:lvl8pPr marR="0" lvl="7"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8pPr>
            <a:lvl9pPr marR="0" lvl="8"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9pPr>
          </a:lstStyle>
          <a:p>
            <a:endParaRPr/>
          </a:p>
        </p:txBody>
      </p:sp>
      <p:sp>
        <p:nvSpPr>
          <p:cNvPr id="19" name="Google Shape;19;p6"/>
          <p:cNvSpPr txBox="1">
            <a:spLocks noGrp="1"/>
          </p:cNvSpPr>
          <p:nvPr>
            <p:ph type="body" idx="1"/>
          </p:nvPr>
        </p:nvSpPr>
        <p:spPr>
          <a:xfrm>
            <a:off x="2193927" y="8960472"/>
            <a:ext cx="39503351" cy="25346257"/>
          </a:xfrm>
          <a:prstGeom prst="rect">
            <a:avLst/>
          </a:prstGeom>
          <a:noFill/>
          <a:ln>
            <a:noFill/>
          </a:ln>
        </p:spPr>
        <p:txBody>
          <a:bodyPr spcFirstLastPara="1" wrap="square" lIns="91425" tIns="45700" rIns="91425" bIns="45700" anchor="t" anchorCtr="0">
            <a:noAutofit/>
          </a:bodyPr>
          <a:lstStyle>
            <a:lvl1pPr marL="457200" marR="0" lvl="0" indent="-558800" algn="l" rtl="0">
              <a:lnSpc>
                <a:spcPct val="100000"/>
              </a:lnSpc>
              <a:spcBef>
                <a:spcPts val="1040"/>
              </a:spcBef>
              <a:spcAft>
                <a:spcPts val="0"/>
              </a:spcAft>
              <a:buClr>
                <a:schemeClr val="dk1"/>
              </a:buClr>
              <a:buSzPts val="5200"/>
              <a:buFont typeface="Arial"/>
              <a:buChar char="•"/>
              <a:defRPr sz="5200" b="0" i="0" u="none" strike="noStrike" cap="none">
                <a:solidFill>
                  <a:schemeClr val="dk1"/>
                </a:solidFill>
                <a:latin typeface="Arial"/>
                <a:ea typeface="Arial"/>
                <a:cs typeface="Arial"/>
                <a:sym typeface="Arial"/>
              </a:defRPr>
            </a:lvl1pPr>
            <a:lvl2pPr marL="914400" marR="0" lvl="1" indent="-558800" algn="l" rtl="0">
              <a:lnSpc>
                <a:spcPct val="100000"/>
              </a:lnSpc>
              <a:spcBef>
                <a:spcPts val="1040"/>
              </a:spcBef>
              <a:spcAft>
                <a:spcPts val="0"/>
              </a:spcAft>
              <a:buClr>
                <a:schemeClr val="dk1"/>
              </a:buClr>
              <a:buSzPts val="5200"/>
              <a:buFont typeface="Arial"/>
              <a:buChar char="–"/>
              <a:defRPr sz="5200" b="0" i="0" u="none" strike="noStrike" cap="none">
                <a:solidFill>
                  <a:schemeClr val="dk1"/>
                </a:solidFill>
                <a:latin typeface="Arial"/>
                <a:ea typeface="Arial"/>
                <a:cs typeface="Arial"/>
                <a:sym typeface="Arial"/>
              </a:defRPr>
            </a:lvl2pPr>
            <a:lvl3pPr marL="1371600" marR="0" lvl="2" indent="-558800" algn="l" rtl="0">
              <a:lnSpc>
                <a:spcPct val="100000"/>
              </a:lnSpc>
              <a:spcBef>
                <a:spcPts val="1040"/>
              </a:spcBef>
              <a:spcAft>
                <a:spcPts val="0"/>
              </a:spcAft>
              <a:buClr>
                <a:schemeClr val="dk1"/>
              </a:buClr>
              <a:buSzPts val="5200"/>
              <a:buFont typeface="Arial"/>
              <a:buChar char="•"/>
              <a:defRPr sz="5200" b="0" i="0" u="none" strike="noStrike" cap="none">
                <a:solidFill>
                  <a:schemeClr val="dk1"/>
                </a:solidFill>
                <a:latin typeface="Arial"/>
                <a:ea typeface="Arial"/>
                <a:cs typeface="Arial"/>
                <a:sym typeface="Arial"/>
              </a:defRPr>
            </a:lvl3pPr>
            <a:lvl4pPr marL="1828800" marR="0" lvl="3" indent="-520700" algn="l" rtl="0">
              <a:lnSpc>
                <a:spcPct val="100000"/>
              </a:lnSpc>
              <a:spcBef>
                <a:spcPts val="920"/>
              </a:spcBef>
              <a:spcAft>
                <a:spcPts val="0"/>
              </a:spcAft>
              <a:buClr>
                <a:schemeClr val="dk1"/>
              </a:buClr>
              <a:buSzPts val="4600"/>
              <a:buFont typeface="Arial"/>
              <a:buChar char="–"/>
              <a:defRPr sz="4600" b="0" i="0" u="none" strike="noStrike" cap="none">
                <a:solidFill>
                  <a:schemeClr val="dk1"/>
                </a:solidFill>
                <a:latin typeface="Arial"/>
                <a:ea typeface="Arial"/>
                <a:cs typeface="Arial"/>
                <a:sym typeface="Arial"/>
              </a:defRPr>
            </a:lvl4pPr>
            <a:lvl5pPr marL="2286000" marR="0" lvl="4" indent="-520700" algn="l" rtl="0">
              <a:lnSpc>
                <a:spcPct val="100000"/>
              </a:lnSpc>
              <a:spcBef>
                <a:spcPts val="920"/>
              </a:spcBef>
              <a:spcAft>
                <a:spcPts val="0"/>
              </a:spcAft>
              <a:buClr>
                <a:schemeClr val="dk1"/>
              </a:buClr>
              <a:buSzPts val="4600"/>
              <a:buFont typeface="Arial"/>
              <a:buChar char="»"/>
              <a:defRPr sz="4600" b="0" i="0" u="none" strike="noStrike" cap="none">
                <a:solidFill>
                  <a:schemeClr val="dk1"/>
                </a:solidFill>
                <a:latin typeface="Arial"/>
                <a:ea typeface="Arial"/>
                <a:cs typeface="Arial"/>
                <a:sym typeface="Arial"/>
              </a:defRPr>
            </a:lvl5pPr>
            <a:lvl6pPr marL="2743200" marR="0" lvl="5" indent="-520700" algn="l" rtl="0">
              <a:lnSpc>
                <a:spcPct val="100000"/>
              </a:lnSpc>
              <a:spcBef>
                <a:spcPts val="920"/>
              </a:spcBef>
              <a:spcAft>
                <a:spcPts val="0"/>
              </a:spcAft>
              <a:buClr>
                <a:schemeClr val="dk1"/>
              </a:buClr>
              <a:buSzPts val="4600"/>
              <a:buFont typeface="Arial"/>
              <a:buChar char="»"/>
              <a:defRPr sz="4600" b="0" i="0" u="none" strike="noStrike" cap="none">
                <a:solidFill>
                  <a:schemeClr val="dk1"/>
                </a:solidFill>
                <a:latin typeface="Arial"/>
                <a:ea typeface="Arial"/>
                <a:cs typeface="Arial"/>
                <a:sym typeface="Arial"/>
              </a:defRPr>
            </a:lvl6pPr>
            <a:lvl7pPr marL="3200400" marR="0" lvl="6" indent="-520700" algn="l" rtl="0">
              <a:lnSpc>
                <a:spcPct val="100000"/>
              </a:lnSpc>
              <a:spcBef>
                <a:spcPts val="920"/>
              </a:spcBef>
              <a:spcAft>
                <a:spcPts val="0"/>
              </a:spcAft>
              <a:buClr>
                <a:schemeClr val="dk1"/>
              </a:buClr>
              <a:buSzPts val="4600"/>
              <a:buFont typeface="Arial"/>
              <a:buChar char="»"/>
              <a:defRPr sz="4600" b="0" i="0" u="none" strike="noStrike" cap="none">
                <a:solidFill>
                  <a:schemeClr val="dk1"/>
                </a:solidFill>
                <a:latin typeface="Arial"/>
                <a:ea typeface="Arial"/>
                <a:cs typeface="Arial"/>
                <a:sym typeface="Arial"/>
              </a:defRPr>
            </a:lvl7pPr>
            <a:lvl8pPr marL="3657600" marR="0" lvl="7" indent="-520700" algn="l" rtl="0">
              <a:lnSpc>
                <a:spcPct val="100000"/>
              </a:lnSpc>
              <a:spcBef>
                <a:spcPts val="920"/>
              </a:spcBef>
              <a:spcAft>
                <a:spcPts val="0"/>
              </a:spcAft>
              <a:buClr>
                <a:schemeClr val="dk1"/>
              </a:buClr>
              <a:buSzPts val="4600"/>
              <a:buFont typeface="Arial"/>
              <a:buChar char="»"/>
              <a:defRPr sz="4600" b="0" i="0" u="none" strike="noStrike" cap="none">
                <a:solidFill>
                  <a:schemeClr val="dk1"/>
                </a:solidFill>
                <a:latin typeface="Arial"/>
                <a:ea typeface="Arial"/>
                <a:cs typeface="Arial"/>
                <a:sym typeface="Arial"/>
              </a:defRPr>
            </a:lvl8pPr>
            <a:lvl9pPr marL="4114800" marR="0" lvl="8" indent="-520700" algn="l" rtl="0">
              <a:lnSpc>
                <a:spcPct val="100000"/>
              </a:lnSpc>
              <a:spcBef>
                <a:spcPts val="920"/>
              </a:spcBef>
              <a:spcAft>
                <a:spcPts val="0"/>
              </a:spcAft>
              <a:buClr>
                <a:schemeClr val="dk1"/>
              </a:buClr>
              <a:buSzPts val="4600"/>
              <a:buFont typeface="Arial"/>
              <a:buChar char="»"/>
              <a:defRPr sz="46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2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2193927" y="1538405"/>
            <a:ext cx="39503351" cy="64008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1pPr>
            <a:lvl2pPr marR="0" lvl="1"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2pPr>
            <a:lvl3pPr marR="0" lvl="2"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3pPr>
            <a:lvl4pPr marR="0" lvl="3"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4pPr>
            <a:lvl5pPr marR="0" lvl="4"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5pPr>
            <a:lvl6pPr marR="0" lvl="5"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6pPr>
            <a:lvl7pPr marR="0" lvl="6"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7pPr>
            <a:lvl8pPr marR="0" lvl="7"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8pPr>
            <a:lvl9pPr marR="0" lvl="8"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9pPr>
          </a:lstStyle>
          <a:p>
            <a:endParaRPr/>
          </a:p>
        </p:txBody>
      </p:sp>
      <p:sp>
        <p:nvSpPr>
          <p:cNvPr id="23" name="Google Shape;23;p8"/>
          <p:cNvSpPr txBox="1">
            <a:spLocks noGrp="1"/>
          </p:cNvSpPr>
          <p:nvPr>
            <p:ph type="body" idx="1"/>
          </p:nvPr>
        </p:nvSpPr>
        <p:spPr>
          <a:xfrm>
            <a:off x="2193927" y="8960472"/>
            <a:ext cx="19599275" cy="25346257"/>
          </a:xfrm>
          <a:prstGeom prst="rect">
            <a:avLst/>
          </a:prstGeom>
          <a:noFill/>
          <a:ln>
            <a:noFill/>
          </a:ln>
        </p:spPr>
        <p:txBody>
          <a:bodyPr spcFirstLastPara="1" wrap="square" lIns="91425" tIns="45700" rIns="91425" bIns="45700" anchor="t" anchorCtr="0">
            <a:noAutofit/>
          </a:bodyPr>
          <a:lstStyle>
            <a:lvl1pPr marL="457200" marR="0" lvl="0" indent="-584200" algn="l" rtl="0">
              <a:lnSpc>
                <a:spcPct val="100000"/>
              </a:lnSpc>
              <a:spcBef>
                <a:spcPts val="1120"/>
              </a:spcBef>
              <a:spcAft>
                <a:spcPts val="0"/>
              </a:spcAft>
              <a:buClr>
                <a:schemeClr val="dk1"/>
              </a:buClr>
              <a:buSzPts val="5600"/>
              <a:buFont typeface="Arial"/>
              <a:buChar char="•"/>
              <a:defRPr sz="5600" b="0" i="0" u="none" strike="noStrike" cap="none">
                <a:solidFill>
                  <a:schemeClr val="dk1"/>
                </a:solidFill>
                <a:latin typeface="Arial"/>
                <a:ea typeface="Arial"/>
                <a:cs typeface="Arial"/>
                <a:sym typeface="Arial"/>
              </a:defRPr>
            </a:lvl1pPr>
            <a:lvl2pPr marL="914400" marR="0" lvl="1" indent="-533400" algn="l" rtl="0">
              <a:lnSpc>
                <a:spcPct val="100000"/>
              </a:lnSpc>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2pPr>
            <a:lvl3pPr marL="1371600" marR="0" lvl="2" indent="-482600" algn="l" rtl="0">
              <a:lnSpc>
                <a:spcPct val="100000"/>
              </a:lnSpc>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3pPr>
            <a:lvl4pPr marL="1828800" marR="0" lvl="3" indent="-457200" algn="l" rtl="0">
              <a:lnSpc>
                <a:spcPct val="100000"/>
              </a:lnSpc>
              <a:spcBef>
                <a:spcPts val="72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4pPr>
            <a:lvl5pPr marL="2286000" marR="0" lvl="4" indent="-457200" algn="l" rtl="0">
              <a:lnSpc>
                <a:spcPct val="100000"/>
              </a:lnSpc>
              <a:spcBef>
                <a:spcPts val="72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5pPr>
            <a:lvl6pPr marL="2743200" marR="0" lvl="5" indent="-457200" algn="l" rtl="0">
              <a:lnSpc>
                <a:spcPct val="100000"/>
              </a:lnSpc>
              <a:spcBef>
                <a:spcPts val="72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6pPr>
            <a:lvl7pPr marL="3200400" marR="0" lvl="6" indent="-457200" algn="l" rtl="0">
              <a:lnSpc>
                <a:spcPct val="100000"/>
              </a:lnSpc>
              <a:spcBef>
                <a:spcPts val="72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7pPr>
            <a:lvl8pPr marL="3657600" marR="0" lvl="7" indent="-457200" algn="l" rtl="0">
              <a:lnSpc>
                <a:spcPct val="100000"/>
              </a:lnSpc>
              <a:spcBef>
                <a:spcPts val="72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8pPr>
            <a:lvl9pPr marL="4114800" marR="0" lvl="8" indent="-457200" algn="l" rtl="0">
              <a:lnSpc>
                <a:spcPct val="100000"/>
              </a:lnSpc>
              <a:spcBef>
                <a:spcPts val="72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9pPr>
          </a:lstStyle>
          <a:p>
            <a:endParaRPr/>
          </a:p>
        </p:txBody>
      </p:sp>
      <p:sp>
        <p:nvSpPr>
          <p:cNvPr id="24" name="Google Shape;24;p8"/>
          <p:cNvSpPr txBox="1">
            <a:spLocks noGrp="1"/>
          </p:cNvSpPr>
          <p:nvPr>
            <p:ph type="body" idx="2"/>
          </p:nvPr>
        </p:nvSpPr>
        <p:spPr>
          <a:xfrm>
            <a:off x="22098000" y="8960472"/>
            <a:ext cx="19599276" cy="25346257"/>
          </a:xfrm>
          <a:prstGeom prst="rect">
            <a:avLst/>
          </a:prstGeom>
          <a:noFill/>
          <a:ln>
            <a:noFill/>
          </a:ln>
        </p:spPr>
        <p:txBody>
          <a:bodyPr spcFirstLastPara="1" wrap="square" lIns="91425" tIns="45700" rIns="91425" bIns="45700" anchor="t" anchorCtr="0">
            <a:noAutofit/>
          </a:bodyPr>
          <a:lstStyle>
            <a:lvl1pPr marL="457200" marR="0" lvl="0" indent="-584200" algn="l" rtl="0">
              <a:lnSpc>
                <a:spcPct val="100000"/>
              </a:lnSpc>
              <a:spcBef>
                <a:spcPts val="1120"/>
              </a:spcBef>
              <a:spcAft>
                <a:spcPts val="0"/>
              </a:spcAft>
              <a:buClr>
                <a:schemeClr val="dk1"/>
              </a:buClr>
              <a:buSzPts val="5600"/>
              <a:buFont typeface="Arial"/>
              <a:buChar char="•"/>
              <a:defRPr sz="5600" b="0" i="0" u="none" strike="noStrike" cap="none">
                <a:solidFill>
                  <a:schemeClr val="dk1"/>
                </a:solidFill>
                <a:latin typeface="Arial"/>
                <a:ea typeface="Arial"/>
                <a:cs typeface="Arial"/>
                <a:sym typeface="Arial"/>
              </a:defRPr>
            </a:lvl1pPr>
            <a:lvl2pPr marL="914400" marR="0" lvl="1" indent="-533400" algn="l" rtl="0">
              <a:lnSpc>
                <a:spcPct val="100000"/>
              </a:lnSpc>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2pPr>
            <a:lvl3pPr marL="1371600" marR="0" lvl="2" indent="-482600" algn="l" rtl="0">
              <a:lnSpc>
                <a:spcPct val="100000"/>
              </a:lnSpc>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3pPr>
            <a:lvl4pPr marL="1828800" marR="0" lvl="3" indent="-457200" algn="l" rtl="0">
              <a:lnSpc>
                <a:spcPct val="100000"/>
              </a:lnSpc>
              <a:spcBef>
                <a:spcPts val="72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4pPr>
            <a:lvl5pPr marL="2286000" marR="0" lvl="4" indent="-457200" algn="l" rtl="0">
              <a:lnSpc>
                <a:spcPct val="100000"/>
              </a:lnSpc>
              <a:spcBef>
                <a:spcPts val="72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5pPr>
            <a:lvl6pPr marL="2743200" marR="0" lvl="5" indent="-457200" algn="l" rtl="0">
              <a:lnSpc>
                <a:spcPct val="100000"/>
              </a:lnSpc>
              <a:spcBef>
                <a:spcPts val="72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6pPr>
            <a:lvl7pPr marL="3200400" marR="0" lvl="6" indent="-457200" algn="l" rtl="0">
              <a:lnSpc>
                <a:spcPct val="100000"/>
              </a:lnSpc>
              <a:spcBef>
                <a:spcPts val="72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7pPr>
            <a:lvl8pPr marL="3657600" marR="0" lvl="7" indent="-457200" algn="l" rtl="0">
              <a:lnSpc>
                <a:spcPct val="100000"/>
              </a:lnSpc>
              <a:spcBef>
                <a:spcPts val="72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8pPr>
            <a:lvl9pPr marL="4114800" marR="0" lvl="8" indent="-457200" algn="l" rtl="0">
              <a:lnSpc>
                <a:spcPct val="100000"/>
              </a:lnSpc>
              <a:spcBef>
                <a:spcPts val="72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5"/>
        <p:cNvGrpSpPr/>
        <p:nvPr/>
      </p:nvGrpSpPr>
      <p:grpSpPr>
        <a:xfrm>
          <a:off x="0" y="0"/>
          <a:ext cx="0" cy="0"/>
          <a:chOff x="0" y="0"/>
          <a:chExt cx="0" cy="0"/>
        </a:xfrm>
      </p:grpSpPr>
      <p:sp>
        <p:nvSpPr>
          <p:cNvPr id="26" name="Google Shape;26;p9"/>
          <p:cNvSpPr txBox="1">
            <a:spLocks noGrp="1"/>
          </p:cNvSpPr>
          <p:nvPr>
            <p:ph type="title"/>
          </p:nvPr>
        </p:nvSpPr>
        <p:spPr>
          <a:xfrm>
            <a:off x="2193927" y="1538405"/>
            <a:ext cx="39503351" cy="64008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1pPr>
            <a:lvl2pPr marR="0" lvl="1"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2pPr>
            <a:lvl3pPr marR="0" lvl="2"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3pPr>
            <a:lvl4pPr marR="0" lvl="3"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4pPr>
            <a:lvl5pPr marR="0" lvl="4"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5pPr>
            <a:lvl6pPr marR="0" lvl="5"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6pPr>
            <a:lvl7pPr marR="0" lvl="6"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7pPr>
            <a:lvl8pPr marR="0" lvl="7"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8pPr>
            <a:lvl9pPr marR="0" lvl="8"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9pPr>
          </a:lstStyle>
          <a:p>
            <a:endParaRPr/>
          </a:p>
        </p:txBody>
      </p:sp>
      <p:sp>
        <p:nvSpPr>
          <p:cNvPr id="27" name="Google Shape;27;p9"/>
          <p:cNvSpPr txBox="1">
            <a:spLocks noGrp="1"/>
          </p:cNvSpPr>
          <p:nvPr>
            <p:ph type="body" idx="1"/>
          </p:nvPr>
        </p:nvSpPr>
        <p:spPr>
          <a:xfrm>
            <a:off x="2193926" y="8596198"/>
            <a:ext cx="19392900" cy="3584188"/>
          </a:xfrm>
          <a:prstGeom prst="rect">
            <a:avLst/>
          </a:prstGeom>
          <a:noFill/>
          <a:ln>
            <a:noFill/>
          </a:ln>
        </p:spPr>
        <p:txBody>
          <a:bodyPr spcFirstLastPara="1" wrap="square" lIns="91425" tIns="45700" rIns="91425" bIns="45700" anchor="b" anchorCtr="0">
            <a:noAutofit/>
          </a:bodyPr>
          <a:lstStyle>
            <a:lvl1pPr marL="457200" marR="0" lvl="0" indent="-228600" algn="l" rtl="0">
              <a:lnSpc>
                <a:spcPct val="100000"/>
              </a:lnSpc>
              <a:spcBef>
                <a:spcPts val="960"/>
              </a:spcBef>
              <a:spcAft>
                <a:spcPts val="0"/>
              </a:spcAft>
              <a:buClr>
                <a:schemeClr val="dk1"/>
              </a:buClr>
              <a:buSzPts val="4800"/>
              <a:buFont typeface="Arial"/>
              <a:buNone/>
              <a:defRPr sz="4800" b="1" i="0" u="none" strike="noStrike" cap="none">
                <a:solidFill>
                  <a:schemeClr val="dk1"/>
                </a:solidFill>
                <a:latin typeface="Arial"/>
                <a:ea typeface="Arial"/>
                <a:cs typeface="Arial"/>
                <a:sym typeface="Arial"/>
              </a:defRPr>
            </a:lvl1pPr>
            <a:lvl2pPr marL="914400" marR="0" lvl="1" indent="-228600" algn="l" rtl="0">
              <a:lnSpc>
                <a:spcPct val="100000"/>
              </a:lnSpc>
              <a:spcBef>
                <a:spcPts val="800"/>
              </a:spcBef>
              <a:spcAft>
                <a:spcPts val="0"/>
              </a:spcAft>
              <a:buClr>
                <a:schemeClr val="dk1"/>
              </a:buClr>
              <a:buSzPts val="4000"/>
              <a:buFont typeface="Arial"/>
              <a:buNone/>
              <a:defRPr sz="4000" b="1" i="0" u="none" strike="noStrike" cap="none">
                <a:solidFill>
                  <a:schemeClr val="dk1"/>
                </a:solidFill>
                <a:latin typeface="Arial"/>
                <a:ea typeface="Arial"/>
                <a:cs typeface="Arial"/>
                <a:sym typeface="Arial"/>
              </a:defRPr>
            </a:lvl2pPr>
            <a:lvl3pPr marL="1371600" marR="0" lvl="2" indent="-228600" algn="l" rtl="0">
              <a:lnSpc>
                <a:spcPct val="100000"/>
              </a:lnSpc>
              <a:spcBef>
                <a:spcPts val="72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3pPr>
            <a:lvl4pPr marL="1828800" marR="0" lvl="3" indent="-228600" algn="l" rtl="0">
              <a:lnSpc>
                <a:spcPct val="100000"/>
              </a:lnSpc>
              <a:spcBef>
                <a:spcPts val="640"/>
              </a:spcBef>
              <a:spcAft>
                <a:spcPts val="0"/>
              </a:spcAft>
              <a:buClr>
                <a:schemeClr val="dk1"/>
              </a:buClr>
              <a:buSzPts val="3200"/>
              <a:buFont typeface="Arial"/>
              <a:buNone/>
              <a:defRPr sz="3200" b="1" i="0" u="none" strike="noStrike" cap="none">
                <a:solidFill>
                  <a:schemeClr val="dk1"/>
                </a:solidFill>
                <a:latin typeface="Arial"/>
                <a:ea typeface="Arial"/>
                <a:cs typeface="Arial"/>
                <a:sym typeface="Arial"/>
              </a:defRPr>
            </a:lvl4pPr>
            <a:lvl5pPr marL="2286000" marR="0" lvl="4" indent="-228600" algn="l" rtl="0">
              <a:lnSpc>
                <a:spcPct val="100000"/>
              </a:lnSpc>
              <a:spcBef>
                <a:spcPts val="640"/>
              </a:spcBef>
              <a:spcAft>
                <a:spcPts val="0"/>
              </a:spcAft>
              <a:buClr>
                <a:schemeClr val="dk1"/>
              </a:buClr>
              <a:buSzPts val="3200"/>
              <a:buFont typeface="Arial"/>
              <a:buNone/>
              <a:defRPr sz="3200" b="1" i="0" u="none" strike="noStrike" cap="none">
                <a:solidFill>
                  <a:schemeClr val="dk1"/>
                </a:solidFill>
                <a:latin typeface="Arial"/>
                <a:ea typeface="Arial"/>
                <a:cs typeface="Arial"/>
                <a:sym typeface="Arial"/>
              </a:defRPr>
            </a:lvl5pPr>
            <a:lvl6pPr marL="2743200" marR="0" lvl="5" indent="-228600" algn="l" rtl="0">
              <a:lnSpc>
                <a:spcPct val="100000"/>
              </a:lnSpc>
              <a:spcBef>
                <a:spcPts val="640"/>
              </a:spcBef>
              <a:spcAft>
                <a:spcPts val="0"/>
              </a:spcAft>
              <a:buClr>
                <a:schemeClr val="dk1"/>
              </a:buClr>
              <a:buSzPts val="3200"/>
              <a:buFont typeface="Arial"/>
              <a:buNone/>
              <a:defRPr sz="3200" b="1" i="0" u="none" strike="noStrike" cap="none">
                <a:solidFill>
                  <a:schemeClr val="dk1"/>
                </a:solidFill>
                <a:latin typeface="Arial"/>
                <a:ea typeface="Arial"/>
                <a:cs typeface="Arial"/>
                <a:sym typeface="Arial"/>
              </a:defRPr>
            </a:lvl6pPr>
            <a:lvl7pPr marL="3200400" marR="0" lvl="6" indent="-228600" algn="l" rtl="0">
              <a:lnSpc>
                <a:spcPct val="100000"/>
              </a:lnSpc>
              <a:spcBef>
                <a:spcPts val="640"/>
              </a:spcBef>
              <a:spcAft>
                <a:spcPts val="0"/>
              </a:spcAft>
              <a:buClr>
                <a:schemeClr val="dk1"/>
              </a:buClr>
              <a:buSzPts val="3200"/>
              <a:buFont typeface="Arial"/>
              <a:buNone/>
              <a:defRPr sz="3200" b="1" i="0" u="none" strike="noStrike" cap="none">
                <a:solidFill>
                  <a:schemeClr val="dk1"/>
                </a:solidFill>
                <a:latin typeface="Arial"/>
                <a:ea typeface="Arial"/>
                <a:cs typeface="Arial"/>
                <a:sym typeface="Arial"/>
              </a:defRPr>
            </a:lvl7pPr>
            <a:lvl8pPr marL="3657600" marR="0" lvl="7" indent="-228600" algn="l" rtl="0">
              <a:lnSpc>
                <a:spcPct val="100000"/>
              </a:lnSpc>
              <a:spcBef>
                <a:spcPts val="640"/>
              </a:spcBef>
              <a:spcAft>
                <a:spcPts val="0"/>
              </a:spcAft>
              <a:buClr>
                <a:schemeClr val="dk1"/>
              </a:buClr>
              <a:buSzPts val="3200"/>
              <a:buFont typeface="Arial"/>
              <a:buNone/>
              <a:defRPr sz="3200" b="1" i="0" u="none" strike="noStrike" cap="none">
                <a:solidFill>
                  <a:schemeClr val="dk1"/>
                </a:solidFill>
                <a:latin typeface="Arial"/>
                <a:ea typeface="Arial"/>
                <a:cs typeface="Arial"/>
                <a:sym typeface="Arial"/>
              </a:defRPr>
            </a:lvl8pPr>
            <a:lvl9pPr marL="4114800" marR="0" lvl="8" indent="-228600" algn="l" rtl="0">
              <a:lnSpc>
                <a:spcPct val="100000"/>
              </a:lnSpc>
              <a:spcBef>
                <a:spcPts val="640"/>
              </a:spcBef>
              <a:spcAft>
                <a:spcPts val="0"/>
              </a:spcAft>
              <a:buClr>
                <a:schemeClr val="dk1"/>
              </a:buClr>
              <a:buSzPts val="3200"/>
              <a:buFont typeface="Arial"/>
              <a:buNone/>
              <a:defRPr sz="3200" b="1" i="0" u="none" strike="noStrike" cap="none">
                <a:solidFill>
                  <a:schemeClr val="dk1"/>
                </a:solidFill>
                <a:latin typeface="Arial"/>
                <a:ea typeface="Arial"/>
                <a:cs typeface="Arial"/>
                <a:sym typeface="Arial"/>
              </a:defRPr>
            </a:lvl9pPr>
          </a:lstStyle>
          <a:p>
            <a:endParaRPr/>
          </a:p>
        </p:txBody>
      </p:sp>
      <p:sp>
        <p:nvSpPr>
          <p:cNvPr id="28" name="Google Shape;28;p9"/>
          <p:cNvSpPr txBox="1">
            <a:spLocks noGrp="1"/>
          </p:cNvSpPr>
          <p:nvPr>
            <p:ph type="body" idx="2"/>
          </p:nvPr>
        </p:nvSpPr>
        <p:spPr>
          <a:xfrm>
            <a:off x="2193926" y="12180385"/>
            <a:ext cx="19392900" cy="22126342"/>
          </a:xfrm>
          <a:prstGeom prst="rect">
            <a:avLst/>
          </a:prstGeom>
          <a:noFill/>
          <a:ln>
            <a:noFill/>
          </a:ln>
        </p:spPr>
        <p:txBody>
          <a:bodyPr spcFirstLastPara="1" wrap="square" lIns="91425" tIns="45700" rIns="91425" bIns="45700" anchor="t" anchorCtr="0">
            <a:noAutofit/>
          </a:bodyPr>
          <a:lstStyle>
            <a:lvl1pPr marL="457200" marR="0" lvl="0" indent="-533400" algn="l" rtl="0">
              <a:lnSpc>
                <a:spcPct val="100000"/>
              </a:lnSpc>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1pPr>
            <a:lvl2pPr marL="914400" marR="0" lvl="1" indent="-482600" algn="l" rtl="0">
              <a:lnSpc>
                <a:spcPct val="100000"/>
              </a:lnSpc>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2pPr>
            <a:lvl3pPr marL="1371600" marR="0" lvl="2" indent="-457200" algn="l" rtl="0">
              <a:lnSpc>
                <a:spcPct val="100000"/>
              </a:lnSpc>
              <a:spcBef>
                <a:spcPts val="72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3pPr>
            <a:lvl4pPr marL="1828800" marR="0" lvl="3"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4pPr>
            <a:lvl5pPr marL="2286000" marR="0" lvl="4"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5pPr>
            <a:lvl6pPr marL="2743200" marR="0" lvl="5"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6pPr>
            <a:lvl7pPr marL="3200400" marR="0" lvl="6"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7pPr>
            <a:lvl8pPr marL="3657600" marR="0" lvl="7"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8pPr>
            <a:lvl9pPr marL="4114800" marR="0" lvl="8"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9pPr>
          </a:lstStyle>
          <a:p>
            <a:endParaRPr/>
          </a:p>
        </p:txBody>
      </p:sp>
      <p:sp>
        <p:nvSpPr>
          <p:cNvPr id="29" name="Google Shape;29;p9"/>
          <p:cNvSpPr txBox="1">
            <a:spLocks noGrp="1"/>
          </p:cNvSpPr>
          <p:nvPr>
            <p:ph type="body" idx="3"/>
          </p:nvPr>
        </p:nvSpPr>
        <p:spPr>
          <a:xfrm>
            <a:off x="22294852" y="8596198"/>
            <a:ext cx="19402426" cy="3584188"/>
          </a:xfrm>
          <a:prstGeom prst="rect">
            <a:avLst/>
          </a:prstGeom>
          <a:noFill/>
          <a:ln>
            <a:noFill/>
          </a:ln>
        </p:spPr>
        <p:txBody>
          <a:bodyPr spcFirstLastPara="1" wrap="square" lIns="91425" tIns="45700" rIns="91425" bIns="45700" anchor="b" anchorCtr="0">
            <a:noAutofit/>
          </a:bodyPr>
          <a:lstStyle>
            <a:lvl1pPr marL="457200" marR="0" lvl="0" indent="-228600" algn="l" rtl="0">
              <a:lnSpc>
                <a:spcPct val="100000"/>
              </a:lnSpc>
              <a:spcBef>
                <a:spcPts val="960"/>
              </a:spcBef>
              <a:spcAft>
                <a:spcPts val="0"/>
              </a:spcAft>
              <a:buClr>
                <a:schemeClr val="dk1"/>
              </a:buClr>
              <a:buSzPts val="4800"/>
              <a:buFont typeface="Arial"/>
              <a:buNone/>
              <a:defRPr sz="4800" b="1" i="0" u="none" strike="noStrike" cap="none">
                <a:solidFill>
                  <a:schemeClr val="dk1"/>
                </a:solidFill>
                <a:latin typeface="Arial"/>
                <a:ea typeface="Arial"/>
                <a:cs typeface="Arial"/>
                <a:sym typeface="Arial"/>
              </a:defRPr>
            </a:lvl1pPr>
            <a:lvl2pPr marL="914400" marR="0" lvl="1" indent="-228600" algn="l" rtl="0">
              <a:lnSpc>
                <a:spcPct val="100000"/>
              </a:lnSpc>
              <a:spcBef>
                <a:spcPts val="800"/>
              </a:spcBef>
              <a:spcAft>
                <a:spcPts val="0"/>
              </a:spcAft>
              <a:buClr>
                <a:schemeClr val="dk1"/>
              </a:buClr>
              <a:buSzPts val="4000"/>
              <a:buFont typeface="Arial"/>
              <a:buNone/>
              <a:defRPr sz="4000" b="1" i="0" u="none" strike="noStrike" cap="none">
                <a:solidFill>
                  <a:schemeClr val="dk1"/>
                </a:solidFill>
                <a:latin typeface="Arial"/>
                <a:ea typeface="Arial"/>
                <a:cs typeface="Arial"/>
                <a:sym typeface="Arial"/>
              </a:defRPr>
            </a:lvl2pPr>
            <a:lvl3pPr marL="1371600" marR="0" lvl="2" indent="-228600" algn="l" rtl="0">
              <a:lnSpc>
                <a:spcPct val="100000"/>
              </a:lnSpc>
              <a:spcBef>
                <a:spcPts val="72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3pPr>
            <a:lvl4pPr marL="1828800" marR="0" lvl="3" indent="-228600" algn="l" rtl="0">
              <a:lnSpc>
                <a:spcPct val="100000"/>
              </a:lnSpc>
              <a:spcBef>
                <a:spcPts val="640"/>
              </a:spcBef>
              <a:spcAft>
                <a:spcPts val="0"/>
              </a:spcAft>
              <a:buClr>
                <a:schemeClr val="dk1"/>
              </a:buClr>
              <a:buSzPts val="3200"/>
              <a:buFont typeface="Arial"/>
              <a:buNone/>
              <a:defRPr sz="3200" b="1" i="0" u="none" strike="noStrike" cap="none">
                <a:solidFill>
                  <a:schemeClr val="dk1"/>
                </a:solidFill>
                <a:latin typeface="Arial"/>
                <a:ea typeface="Arial"/>
                <a:cs typeface="Arial"/>
                <a:sym typeface="Arial"/>
              </a:defRPr>
            </a:lvl4pPr>
            <a:lvl5pPr marL="2286000" marR="0" lvl="4" indent="-228600" algn="l" rtl="0">
              <a:lnSpc>
                <a:spcPct val="100000"/>
              </a:lnSpc>
              <a:spcBef>
                <a:spcPts val="640"/>
              </a:spcBef>
              <a:spcAft>
                <a:spcPts val="0"/>
              </a:spcAft>
              <a:buClr>
                <a:schemeClr val="dk1"/>
              </a:buClr>
              <a:buSzPts val="3200"/>
              <a:buFont typeface="Arial"/>
              <a:buNone/>
              <a:defRPr sz="3200" b="1" i="0" u="none" strike="noStrike" cap="none">
                <a:solidFill>
                  <a:schemeClr val="dk1"/>
                </a:solidFill>
                <a:latin typeface="Arial"/>
                <a:ea typeface="Arial"/>
                <a:cs typeface="Arial"/>
                <a:sym typeface="Arial"/>
              </a:defRPr>
            </a:lvl5pPr>
            <a:lvl6pPr marL="2743200" marR="0" lvl="5" indent="-228600" algn="l" rtl="0">
              <a:lnSpc>
                <a:spcPct val="100000"/>
              </a:lnSpc>
              <a:spcBef>
                <a:spcPts val="640"/>
              </a:spcBef>
              <a:spcAft>
                <a:spcPts val="0"/>
              </a:spcAft>
              <a:buClr>
                <a:schemeClr val="dk1"/>
              </a:buClr>
              <a:buSzPts val="3200"/>
              <a:buFont typeface="Arial"/>
              <a:buNone/>
              <a:defRPr sz="3200" b="1" i="0" u="none" strike="noStrike" cap="none">
                <a:solidFill>
                  <a:schemeClr val="dk1"/>
                </a:solidFill>
                <a:latin typeface="Arial"/>
                <a:ea typeface="Arial"/>
                <a:cs typeface="Arial"/>
                <a:sym typeface="Arial"/>
              </a:defRPr>
            </a:lvl6pPr>
            <a:lvl7pPr marL="3200400" marR="0" lvl="6" indent="-228600" algn="l" rtl="0">
              <a:lnSpc>
                <a:spcPct val="100000"/>
              </a:lnSpc>
              <a:spcBef>
                <a:spcPts val="640"/>
              </a:spcBef>
              <a:spcAft>
                <a:spcPts val="0"/>
              </a:spcAft>
              <a:buClr>
                <a:schemeClr val="dk1"/>
              </a:buClr>
              <a:buSzPts val="3200"/>
              <a:buFont typeface="Arial"/>
              <a:buNone/>
              <a:defRPr sz="3200" b="1" i="0" u="none" strike="noStrike" cap="none">
                <a:solidFill>
                  <a:schemeClr val="dk1"/>
                </a:solidFill>
                <a:latin typeface="Arial"/>
                <a:ea typeface="Arial"/>
                <a:cs typeface="Arial"/>
                <a:sym typeface="Arial"/>
              </a:defRPr>
            </a:lvl7pPr>
            <a:lvl8pPr marL="3657600" marR="0" lvl="7" indent="-228600" algn="l" rtl="0">
              <a:lnSpc>
                <a:spcPct val="100000"/>
              </a:lnSpc>
              <a:spcBef>
                <a:spcPts val="640"/>
              </a:spcBef>
              <a:spcAft>
                <a:spcPts val="0"/>
              </a:spcAft>
              <a:buClr>
                <a:schemeClr val="dk1"/>
              </a:buClr>
              <a:buSzPts val="3200"/>
              <a:buFont typeface="Arial"/>
              <a:buNone/>
              <a:defRPr sz="3200" b="1" i="0" u="none" strike="noStrike" cap="none">
                <a:solidFill>
                  <a:schemeClr val="dk1"/>
                </a:solidFill>
                <a:latin typeface="Arial"/>
                <a:ea typeface="Arial"/>
                <a:cs typeface="Arial"/>
                <a:sym typeface="Arial"/>
              </a:defRPr>
            </a:lvl8pPr>
            <a:lvl9pPr marL="4114800" marR="0" lvl="8" indent="-228600" algn="l" rtl="0">
              <a:lnSpc>
                <a:spcPct val="100000"/>
              </a:lnSpc>
              <a:spcBef>
                <a:spcPts val="640"/>
              </a:spcBef>
              <a:spcAft>
                <a:spcPts val="0"/>
              </a:spcAft>
              <a:buClr>
                <a:schemeClr val="dk1"/>
              </a:buClr>
              <a:buSzPts val="3200"/>
              <a:buFont typeface="Arial"/>
              <a:buNone/>
              <a:defRPr sz="3200" b="1" i="0" u="none" strike="noStrike" cap="none">
                <a:solidFill>
                  <a:schemeClr val="dk1"/>
                </a:solidFill>
                <a:latin typeface="Arial"/>
                <a:ea typeface="Arial"/>
                <a:cs typeface="Arial"/>
                <a:sym typeface="Arial"/>
              </a:defRPr>
            </a:lvl9pPr>
          </a:lstStyle>
          <a:p>
            <a:endParaRPr/>
          </a:p>
        </p:txBody>
      </p:sp>
      <p:sp>
        <p:nvSpPr>
          <p:cNvPr id="30" name="Google Shape;30;p9"/>
          <p:cNvSpPr txBox="1">
            <a:spLocks noGrp="1"/>
          </p:cNvSpPr>
          <p:nvPr>
            <p:ph type="body" idx="4"/>
          </p:nvPr>
        </p:nvSpPr>
        <p:spPr>
          <a:xfrm>
            <a:off x="22294852" y="12180385"/>
            <a:ext cx="19402426" cy="22126342"/>
          </a:xfrm>
          <a:prstGeom prst="rect">
            <a:avLst/>
          </a:prstGeom>
          <a:noFill/>
          <a:ln>
            <a:noFill/>
          </a:ln>
        </p:spPr>
        <p:txBody>
          <a:bodyPr spcFirstLastPara="1" wrap="square" lIns="91425" tIns="45700" rIns="91425" bIns="45700" anchor="t" anchorCtr="0">
            <a:noAutofit/>
          </a:bodyPr>
          <a:lstStyle>
            <a:lvl1pPr marL="457200" marR="0" lvl="0" indent="-533400" algn="l" rtl="0">
              <a:lnSpc>
                <a:spcPct val="100000"/>
              </a:lnSpc>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1pPr>
            <a:lvl2pPr marL="914400" marR="0" lvl="1" indent="-482600" algn="l" rtl="0">
              <a:lnSpc>
                <a:spcPct val="100000"/>
              </a:lnSpc>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2pPr>
            <a:lvl3pPr marL="1371600" marR="0" lvl="2" indent="-457200" algn="l" rtl="0">
              <a:lnSpc>
                <a:spcPct val="100000"/>
              </a:lnSpc>
              <a:spcBef>
                <a:spcPts val="72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3pPr>
            <a:lvl4pPr marL="1828800" marR="0" lvl="3"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4pPr>
            <a:lvl5pPr marL="2286000" marR="0" lvl="4"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5pPr>
            <a:lvl6pPr marL="2743200" marR="0" lvl="5"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6pPr>
            <a:lvl7pPr marL="3200400" marR="0" lvl="6"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7pPr>
            <a:lvl8pPr marL="3657600" marR="0" lvl="7"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8pPr>
            <a:lvl9pPr marL="4114800" marR="0" lvl="8"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10"/>
          <p:cNvSpPr txBox="1">
            <a:spLocks noGrp="1"/>
          </p:cNvSpPr>
          <p:nvPr>
            <p:ph type="title"/>
          </p:nvPr>
        </p:nvSpPr>
        <p:spPr>
          <a:xfrm>
            <a:off x="2193927" y="1538405"/>
            <a:ext cx="39503351" cy="64008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1pPr>
            <a:lvl2pPr marR="0" lvl="1"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2pPr>
            <a:lvl3pPr marR="0" lvl="2"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3pPr>
            <a:lvl4pPr marR="0" lvl="3"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4pPr>
            <a:lvl5pPr marR="0" lvl="4"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5pPr>
            <a:lvl6pPr marR="0" lvl="5"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6pPr>
            <a:lvl7pPr marR="0" lvl="6"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7pPr>
            <a:lvl8pPr marR="0" lvl="7"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8pPr>
            <a:lvl9pPr marR="0" lvl="8"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3"/>
        <p:cNvGrpSpPr/>
        <p:nvPr/>
      </p:nvGrpSpPr>
      <p:grpSpPr>
        <a:xfrm>
          <a:off x="0" y="0"/>
          <a:ext cx="0" cy="0"/>
          <a:chOff x="0" y="0"/>
          <a:chExt cx="0" cy="0"/>
        </a:xfrm>
      </p:grpSpPr>
      <p:sp>
        <p:nvSpPr>
          <p:cNvPr id="34" name="Google Shape;34;p11"/>
          <p:cNvSpPr txBox="1">
            <a:spLocks noGrp="1"/>
          </p:cNvSpPr>
          <p:nvPr>
            <p:ph type="title"/>
          </p:nvPr>
        </p:nvSpPr>
        <p:spPr>
          <a:xfrm>
            <a:off x="2193926" y="1528646"/>
            <a:ext cx="14439900" cy="6508132"/>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4000" b="1" i="1" u="none" strike="noStrike" cap="none">
                <a:solidFill>
                  <a:srgbClr val="760000"/>
                </a:solidFill>
                <a:latin typeface="Arial"/>
                <a:ea typeface="Arial"/>
                <a:cs typeface="Arial"/>
                <a:sym typeface="Arial"/>
              </a:defRPr>
            </a:lvl1pPr>
            <a:lvl2pPr marR="0" lvl="1"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2pPr>
            <a:lvl3pPr marR="0" lvl="2"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3pPr>
            <a:lvl4pPr marR="0" lvl="3"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4pPr>
            <a:lvl5pPr marR="0" lvl="4"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5pPr>
            <a:lvl6pPr marR="0" lvl="5"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6pPr>
            <a:lvl7pPr marR="0" lvl="6"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7pPr>
            <a:lvl8pPr marR="0" lvl="7"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8pPr>
            <a:lvl9pPr marR="0" lvl="8"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9pPr>
          </a:lstStyle>
          <a:p>
            <a:endParaRPr/>
          </a:p>
        </p:txBody>
      </p:sp>
      <p:sp>
        <p:nvSpPr>
          <p:cNvPr id="35" name="Google Shape;35;p11"/>
          <p:cNvSpPr txBox="1">
            <a:spLocks noGrp="1"/>
          </p:cNvSpPr>
          <p:nvPr>
            <p:ph type="body" idx="1"/>
          </p:nvPr>
        </p:nvSpPr>
        <p:spPr>
          <a:xfrm>
            <a:off x="17160877" y="1528648"/>
            <a:ext cx="24536399" cy="32778079"/>
          </a:xfrm>
          <a:prstGeom prst="rect">
            <a:avLst/>
          </a:prstGeom>
          <a:noFill/>
          <a:ln>
            <a:noFill/>
          </a:ln>
        </p:spPr>
        <p:txBody>
          <a:bodyPr spcFirstLastPara="1" wrap="square" lIns="91425" tIns="45700" rIns="91425" bIns="45700" anchor="t" anchorCtr="0">
            <a:noAutofit/>
          </a:bodyPr>
          <a:lstStyle>
            <a:lvl1pPr marL="457200" marR="0" lvl="0" indent="-635000" algn="l" rtl="0">
              <a:lnSpc>
                <a:spcPct val="100000"/>
              </a:lnSpc>
              <a:spcBef>
                <a:spcPts val="1280"/>
              </a:spcBef>
              <a:spcAft>
                <a:spcPts val="0"/>
              </a:spcAft>
              <a:buClr>
                <a:schemeClr val="dk1"/>
              </a:buClr>
              <a:buSzPts val="6400"/>
              <a:buFont typeface="Arial"/>
              <a:buChar char="•"/>
              <a:defRPr sz="6400" b="0" i="0" u="none" strike="noStrike" cap="none">
                <a:solidFill>
                  <a:schemeClr val="dk1"/>
                </a:solidFill>
                <a:latin typeface="Arial"/>
                <a:ea typeface="Arial"/>
                <a:cs typeface="Arial"/>
                <a:sym typeface="Arial"/>
              </a:defRPr>
            </a:lvl1pPr>
            <a:lvl2pPr marL="914400" marR="0" lvl="1" indent="-584200" algn="l" rtl="0">
              <a:lnSpc>
                <a:spcPct val="100000"/>
              </a:lnSpc>
              <a:spcBef>
                <a:spcPts val="1120"/>
              </a:spcBef>
              <a:spcAft>
                <a:spcPts val="0"/>
              </a:spcAft>
              <a:buClr>
                <a:schemeClr val="dk1"/>
              </a:buClr>
              <a:buSzPts val="5600"/>
              <a:buFont typeface="Arial"/>
              <a:buChar char="–"/>
              <a:defRPr sz="5600" b="0" i="0" u="none" strike="noStrike" cap="none">
                <a:solidFill>
                  <a:schemeClr val="dk1"/>
                </a:solidFill>
                <a:latin typeface="Arial"/>
                <a:ea typeface="Arial"/>
                <a:cs typeface="Arial"/>
                <a:sym typeface="Arial"/>
              </a:defRPr>
            </a:lvl2pPr>
            <a:lvl3pPr marL="1371600" marR="0" lvl="2" indent="-533400" algn="l" rtl="0">
              <a:lnSpc>
                <a:spcPct val="100000"/>
              </a:lnSpc>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3pPr>
            <a:lvl4pPr marL="1828800" marR="0" lvl="3" indent="-482600" algn="l" rtl="0">
              <a:lnSpc>
                <a:spcPct val="100000"/>
              </a:lnSpc>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4pPr>
            <a:lvl5pPr marL="2286000" marR="0" lvl="4" indent="-482600" algn="l" rtl="0">
              <a:lnSpc>
                <a:spcPct val="100000"/>
              </a:lnSpc>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5pPr>
            <a:lvl6pPr marL="2743200" marR="0" lvl="5" indent="-482600" algn="l" rtl="0">
              <a:lnSpc>
                <a:spcPct val="100000"/>
              </a:lnSpc>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6pPr>
            <a:lvl7pPr marL="3200400" marR="0" lvl="6" indent="-482600" algn="l" rtl="0">
              <a:lnSpc>
                <a:spcPct val="100000"/>
              </a:lnSpc>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7pPr>
            <a:lvl8pPr marL="3657600" marR="0" lvl="7" indent="-482600" algn="l" rtl="0">
              <a:lnSpc>
                <a:spcPct val="100000"/>
              </a:lnSpc>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8pPr>
            <a:lvl9pPr marL="4114800" marR="0" lvl="8" indent="-482600" algn="l" rtl="0">
              <a:lnSpc>
                <a:spcPct val="100000"/>
              </a:lnSpc>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9pPr>
          </a:lstStyle>
          <a:p>
            <a:endParaRPr/>
          </a:p>
        </p:txBody>
      </p:sp>
      <p:sp>
        <p:nvSpPr>
          <p:cNvPr id="36" name="Google Shape;36;p11"/>
          <p:cNvSpPr txBox="1">
            <a:spLocks noGrp="1"/>
          </p:cNvSpPr>
          <p:nvPr>
            <p:ph type="body" idx="2"/>
          </p:nvPr>
        </p:nvSpPr>
        <p:spPr>
          <a:xfrm>
            <a:off x="2193926" y="8036779"/>
            <a:ext cx="14439900" cy="262699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56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L="914400" marR="0" lvl="1" indent="-228600" algn="l" rtl="0">
              <a:lnSpc>
                <a:spcPct val="100000"/>
              </a:lnSpc>
              <a:spcBef>
                <a:spcPts val="48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L="1371600" marR="0" lvl="2" indent="-228600"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lnSpc>
                <a:spcPct val="100000"/>
              </a:lnSpc>
              <a:spcBef>
                <a:spcPts val="36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L="2286000" marR="0" lvl="4" indent="-228600" algn="l" rtl="0">
              <a:lnSpc>
                <a:spcPct val="100000"/>
              </a:lnSpc>
              <a:spcBef>
                <a:spcPts val="36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228600" algn="l" rtl="0">
              <a:lnSpc>
                <a:spcPct val="100000"/>
              </a:lnSpc>
              <a:spcBef>
                <a:spcPts val="36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L="3200400" marR="0" lvl="6" indent="-228600" algn="l" rtl="0">
              <a:lnSpc>
                <a:spcPct val="100000"/>
              </a:lnSpc>
              <a:spcBef>
                <a:spcPts val="36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6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L="4114800" marR="0" lvl="8" indent="-228600" algn="l" rtl="0">
              <a:lnSpc>
                <a:spcPct val="100000"/>
              </a:lnSpc>
              <a:spcBef>
                <a:spcPts val="36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7"/>
        <p:cNvGrpSpPr/>
        <p:nvPr/>
      </p:nvGrpSpPr>
      <p:grpSpPr>
        <a:xfrm>
          <a:off x="0" y="0"/>
          <a:ext cx="0" cy="0"/>
          <a:chOff x="0" y="0"/>
          <a:chExt cx="0" cy="0"/>
        </a:xfrm>
      </p:grpSpPr>
      <p:sp>
        <p:nvSpPr>
          <p:cNvPr id="38" name="Google Shape;38;p12"/>
          <p:cNvSpPr txBox="1">
            <a:spLocks noGrp="1"/>
          </p:cNvSpPr>
          <p:nvPr>
            <p:ph type="title"/>
          </p:nvPr>
        </p:nvSpPr>
        <p:spPr>
          <a:xfrm>
            <a:off x="8604251" y="26884663"/>
            <a:ext cx="26333450" cy="3171129"/>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4000" b="1" i="1" u="none" strike="noStrike" cap="none">
                <a:solidFill>
                  <a:srgbClr val="760000"/>
                </a:solidFill>
                <a:latin typeface="Arial"/>
                <a:ea typeface="Arial"/>
                <a:cs typeface="Arial"/>
                <a:sym typeface="Arial"/>
              </a:defRPr>
            </a:lvl1pPr>
            <a:lvl2pPr marR="0" lvl="1"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2pPr>
            <a:lvl3pPr marR="0" lvl="2"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3pPr>
            <a:lvl4pPr marR="0" lvl="3"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4pPr>
            <a:lvl5pPr marR="0" lvl="4"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5pPr>
            <a:lvl6pPr marR="0" lvl="5"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6pPr>
            <a:lvl7pPr marR="0" lvl="6"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7pPr>
            <a:lvl8pPr marR="0" lvl="7"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8pPr>
            <a:lvl9pPr marR="0" lvl="8"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9pPr>
          </a:lstStyle>
          <a:p>
            <a:endParaRPr/>
          </a:p>
        </p:txBody>
      </p:sp>
      <p:sp>
        <p:nvSpPr>
          <p:cNvPr id="39" name="Google Shape;39;p12"/>
          <p:cNvSpPr>
            <a:spLocks noGrp="1"/>
          </p:cNvSpPr>
          <p:nvPr>
            <p:ph type="pic" idx="2"/>
          </p:nvPr>
        </p:nvSpPr>
        <p:spPr>
          <a:xfrm>
            <a:off x="8604251" y="3431325"/>
            <a:ext cx="26333450" cy="23043529"/>
          </a:xfrm>
          <a:prstGeom prst="rect">
            <a:avLst/>
          </a:prstGeom>
          <a:noFill/>
          <a:ln>
            <a:noFill/>
          </a:ln>
        </p:spPr>
      </p:sp>
      <p:sp>
        <p:nvSpPr>
          <p:cNvPr id="40" name="Google Shape;40;p12"/>
          <p:cNvSpPr txBox="1">
            <a:spLocks noGrp="1"/>
          </p:cNvSpPr>
          <p:nvPr>
            <p:ph type="body" idx="1"/>
          </p:nvPr>
        </p:nvSpPr>
        <p:spPr>
          <a:xfrm>
            <a:off x="8604251" y="30055791"/>
            <a:ext cx="26333450" cy="45078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56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L="914400" marR="0" lvl="1" indent="-228600" algn="l" rtl="0">
              <a:lnSpc>
                <a:spcPct val="100000"/>
              </a:lnSpc>
              <a:spcBef>
                <a:spcPts val="48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L="1371600" marR="0" lvl="2" indent="-228600"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lnSpc>
                <a:spcPct val="100000"/>
              </a:lnSpc>
              <a:spcBef>
                <a:spcPts val="36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L="2286000" marR="0" lvl="4" indent="-228600" algn="l" rtl="0">
              <a:lnSpc>
                <a:spcPct val="100000"/>
              </a:lnSpc>
              <a:spcBef>
                <a:spcPts val="36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228600" algn="l" rtl="0">
              <a:lnSpc>
                <a:spcPct val="100000"/>
              </a:lnSpc>
              <a:spcBef>
                <a:spcPts val="36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L="3200400" marR="0" lvl="6" indent="-228600" algn="l" rtl="0">
              <a:lnSpc>
                <a:spcPct val="100000"/>
              </a:lnSpc>
              <a:spcBef>
                <a:spcPts val="36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6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L="4114800" marR="0" lvl="8" indent="-228600" algn="l" rtl="0">
              <a:lnSpc>
                <a:spcPct val="100000"/>
              </a:lnSpc>
              <a:spcBef>
                <a:spcPts val="36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41"/>
        <p:cNvGrpSpPr/>
        <p:nvPr/>
      </p:nvGrpSpPr>
      <p:grpSpPr>
        <a:xfrm>
          <a:off x="0" y="0"/>
          <a:ext cx="0" cy="0"/>
          <a:chOff x="0" y="0"/>
          <a:chExt cx="0" cy="0"/>
        </a:xfrm>
      </p:grpSpPr>
      <p:sp>
        <p:nvSpPr>
          <p:cNvPr id="42" name="Google Shape;42;p13"/>
          <p:cNvSpPr txBox="1">
            <a:spLocks noGrp="1"/>
          </p:cNvSpPr>
          <p:nvPr>
            <p:ph type="title"/>
          </p:nvPr>
        </p:nvSpPr>
        <p:spPr>
          <a:xfrm>
            <a:off x="2193927" y="1538405"/>
            <a:ext cx="39503351" cy="64008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1pPr>
            <a:lvl2pPr marR="0" lvl="1"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2pPr>
            <a:lvl3pPr marR="0" lvl="2"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3pPr>
            <a:lvl4pPr marR="0" lvl="3"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4pPr>
            <a:lvl5pPr marR="0" lvl="4"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5pPr>
            <a:lvl6pPr marR="0" lvl="5"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6pPr>
            <a:lvl7pPr marR="0" lvl="6"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7pPr>
            <a:lvl8pPr marR="0" lvl="7"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8pPr>
            <a:lvl9pPr marR="0" lvl="8" algn="ctr" rtl="0">
              <a:lnSpc>
                <a:spcPct val="100000"/>
              </a:lnSpc>
              <a:spcBef>
                <a:spcPts val="0"/>
              </a:spcBef>
              <a:spcAft>
                <a:spcPts val="0"/>
              </a:spcAft>
              <a:buClr>
                <a:srgbClr val="000000"/>
              </a:buClr>
              <a:buSzPts val="1400"/>
              <a:buFont typeface="Arial"/>
              <a:buNone/>
              <a:defRPr sz="8000" b="1" i="1" u="none" strike="noStrike" cap="none">
                <a:solidFill>
                  <a:srgbClr val="760000"/>
                </a:solidFill>
                <a:latin typeface="Arial"/>
                <a:ea typeface="Arial"/>
                <a:cs typeface="Arial"/>
                <a:sym typeface="Arial"/>
              </a:defRPr>
            </a:lvl9pPr>
          </a:lstStyle>
          <a:p>
            <a:endParaRPr/>
          </a:p>
        </p:txBody>
      </p:sp>
      <p:sp>
        <p:nvSpPr>
          <p:cNvPr id="43" name="Google Shape;43;p13"/>
          <p:cNvSpPr txBox="1">
            <a:spLocks noGrp="1"/>
          </p:cNvSpPr>
          <p:nvPr>
            <p:ph type="body" idx="1"/>
          </p:nvPr>
        </p:nvSpPr>
        <p:spPr>
          <a:xfrm rot="5400000">
            <a:off x="9272474" y="1881925"/>
            <a:ext cx="25346257" cy="39503351"/>
          </a:xfrm>
          <a:prstGeom prst="rect">
            <a:avLst/>
          </a:prstGeom>
          <a:noFill/>
          <a:ln>
            <a:noFill/>
          </a:ln>
        </p:spPr>
        <p:txBody>
          <a:bodyPr spcFirstLastPara="1" wrap="square" lIns="91425" tIns="45700" rIns="91425" bIns="45700" anchor="t" anchorCtr="0">
            <a:noAutofit/>
          </a:bodyPr>
          <a:lstStyle>
            <a:lvl1pPr marL="457200" marR="0" lvl="0" indent="-558800" algn="l" rtl="0">
              <a:lnSpc>
                <a:spcPct val="100000"/>
              </a:lnSpc>
              <a:spcBef>
                <a:spcPts val="1040"/>
              </a:spcBef>
              <a:spcAft>
                <a:spcPts val="0"/>
              </a:spcAft>
              <a:buClr>
                <a:schemeClr val="dk1"/>
              </a:buClr>
              <a:buSzPts val="5200"/>
              <a:buFont typeface="Arial"/>
              <a:buChar char="•"/>
              <a:defRPr sz="5200" b="0" i="0" u="none" strike="noStrike" cap="none">
                <a:solidFill>
                  <a:schemeClr val="dk1"/>
                </a:solidFill>
                <a:latin typeface="Arial"/>
                <a:ea typeface="Arial"/>
                <a:cs typeface="Arial"/>
                <a:sym typeface="Arial"/>
              </a:defRPr>
            </a:lvl1pPr>
            <a:lvl2pPr marL="914400" marR="0" lvl="1" indent="-558800" algn="l" rtl="0">
              <a:lnSpc>
                <a:spcPct val="100000"/>
              </a:lnSpc>
              <a:spcBef>
                <a:spcPts val="1040"/>
              </a:spcBef>
              <a:spcAft>
                <a:spcPts val="0"/>
              </a:spcAft>
              <a:buClr>
                <a:schemeClr val="dk1"/>
              </a:buClr>
              <a:buSzPts val="5200"/>
              <a:buFont typeface="Arial"/>
              <a:buChar char="–"/>
              <a:defRPr sz="5200" b="0" i="0" u="none" strike="noStrike" cap="none">
                <a:solidFill>
                  <a:schemeClr val="dk1"/>
                </a:solidFill>
                <a:latin typeface="Arial"/>
                <a:ea typeface="Arial"/>
                <a:cs typeface="Arial"/>
                <a:sym typeface="Arial"/>
              </a:defRPr>
            </a:lvl2pPr>
            <a:lvl3pPr marL="1371600" marR="0" lvl="2" indent="-558800" algn="l" rtl="0">
              <a:lnSpc>
                <a:spcPct val="100000"/>
              </a:lnSpc>
              <a:spcBef>
                <a:spcPts val="1040"/>
              </a:spcBef>
              <a:spcAft>
                <a:spcPts val="0"/>
              </a:spcAft>
              <a:buClr>
                <a:schemeClr val="dk1"/>
              </a:buClr>
              <a:buSzPts val="5200"/>
              <a:buFont typeface="Arial"/>
              <a:buChar char="•"/>
              <a:defRPr sz="5200" b="0" i="0" u="none" strike="noStrike" cap="none">
                <a:solidFill>
                  <a:schemeClr val="dk1"/>
                </a:solidFill>
                <a:latin typeface="Arial"/>
                <a:ea typeface="Arial"/>
                <a:cs typeface="Arial"/>
                <a:sym typeface="Arial"/>
              </a:defRPr>
            </a:lvl3pPr>
            <a:lvl4pPr marL="1828800" marR="0" lvl="3" indent="-520700" algn="l" rtl="0">
              <a:lnSpc>
                <a:spcPct val="100000"/>
              </a:lnSpc>
              <a:spcBef>
                <a:spcPts val="920"/>
              </a:spcBef>
              <a:spcAft>
                <a:spcPts val="0"/>
              </a:spcAft>
              <a:buClr>
                <a:schemeClr val="dk1"/>
              </a:buClr>
              <a:buSzPts val="4600"/>
              <a:buFont typeface="Arial"/>
              <a:buChar char="–"/>
              <a:defRPr sz="4600" b="0" i="0" u="none" strike="noStrike" cap="none">
                <a:solidFill>
                  <a:schemeClr val="dk1"/>
                </a:solidFill>
                <a:latin typeface="Arial"/>
                <a:ea typeface="Arial"/>
                <a:cs typeface="Arial"/>
                <a:sym typeface="Arial"/>
              </a:defRPr>
            </a:lvl4pPr>
            <a:lvl5pPr marL="2286000" marR="0" lvl="4" indent="-520700" algn="l" rtl="0">
              <a:lnSpc>
                <a:spcPct val="100000"/>
              </a:lnSpc>
              <a:spcBef>
                <a:spcPts val="920"/>
              </a:spcBef>
              <a:spcAft>
                <a:spcPts val="0"/>
              </a:spcAft>
              <a:buClr>
                <a:schemeClr val="dk1"/>
              </a:buClr>
              <a:buSzPts val="4600"/>
              <a:buFont typeface="Arial"/>
              <a:buChar char="»"/>
              <a:defRPr sz="4600" b="0" i="0" u="none" strike="noStrike" cap="none">
                <a:solidFill>
                  <a:schemeClr val="dk1"/>
                </a:solidFill>
                <a:latin typeface="Arial"/>
                <a:ea typeface="Arial"/>
                <a:cs typeface="Arial"/>
                <a:sym typeface="Arial"/>
              </a:defRPr>
            </a:lvl5pPr>
            <a:lvl6pPr marL="2743200" marR="0" lvl="5" indent="-520700" algn="l" rtl="0">
              <a:lnSpc>
                <a:spcPct val="100000"/>
              </a:lnSpc>
              <a:spcBef>
                <a:spcPts val="920"/>
              </a:spcBef>
              <a:spcAft>
                <a:spcPts val="0"/>
              </a:spcAft>
              <a:buClr>
                <a:schemeClr val="dk1"/>
              </a:buClr>
              <a:buSzPts val="4600"/>
              <a:buFont typeface="Arial"/>
              <a:buChar char="»"/>
              <a:defRPr sz="4600" b="0" i="0" u="none" strike="noStrike" cap="none">
                <a:solidFill>
                  <a:schemeClr val="dk1"/>
                </a:solidFill>
                <a:latin typeface="Arial"/>
                <a:ea typeface="Arial"/>
                <a:cs typeface="Arial"/>
                <a:sym typeface="Arial"/>
              </a:defRPr>
            </a:lvl6pPr>
            <a:lvl7pPr marL="3200400" marR="0" lvl="6" indent="-520700" algn="l" rtl="0">
              <a:lnSpc>
                <a:spcPct val="100000"/>
              </a:lnSpc>
              <a:spcBef>
                <a:spcPts val="920"/>
              </a:spcBef>
              <a:spcAft>
                <a:spcPts val="0"/>
              </a:spcAft>
              <a:buClr>
                <a:schemeClr val="dk1"/>
              </a:buClr>
              <a:buSzPts val="4600"/>
              <a:buFont typeface="Arial"/>
              <a:buChar char="»"/>
              <a:defRPr sz="4600" b="0" i="0" u="none" strike="noStrike" cap="none">
                <a:solidFill>
                  <a:schemeClr val="dk1"/>
                </a:solidFill>
                <a:latin typeface="Arial"/>
                <a:ea typeface="Arial"/>
                <a:cs typeface="Arial"/>
                <a:sym typeface="Arial"/>
              </a:defRPr>
            </a:lvl7pPr>
            <a:lvl8pPr marL="3657600" marR="0" lvl="7" indent="-520700" algn="l" rtl="0">
              <a:lnSpc>
                <a:spcPct val="100000"/>
              </a:lnSpc>
              <a:spcBef>
                <a:spcPts val="920"/>
              </a:spcBef>
              <a:spcAft>
                <a:spcPts val="0"/>
              </a:spcAft>
              <a:buClr>
                <a:schemeClr val="dk1"/>
              </a:buClr>
              <a:buSzPts val="4600"/>
              <a:buFont typeface="Arial"/>
              <a:buChar char="»"/>
              <a:defRPr sz="4600" b="0" i="0" u="none" strike="noStrike" cap="none">
                <a:solidFill>
                  <a:schemeClr val="dk1"/>
                </a:solidFill>
                <a:latin typeface="Arial"/>
                <a:ea typeface="Arial"/>
                <a:cs typeface="Arial"/>
                <a:sym typeface="Arial"/>
              </a:defRPr>
            </a:lvl8pPr>
            <a:lvl9pPr marL="4114800" marR="0" lvl="8" indent="-520700" algn="l" rtl="0">
              <a:lnSpc>
                <a:spcPct val="100000"/>
              </a:lnSpc>
              <a:spcBef>
                <a:spcPts val="920"/>
              </a:spcBef>
              <a:spcAft>
                <a:spcPts val="0"/>
              </a:spcAft>
              <a:buClr>
                <a:schemeClr val="dk1"/>
              </a:buClr>
              <a:buSzPts val="4600"/>
              <a:buFont typeface="Arial"/>
              <a:buChar char="»"/>
              <a:defRPr sz="46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p:cSld name="Vertical Title and Text">
    <p:spTree>
      <p:nvGrpSpPr>
        <p:cNvPr id="1" name="Shape 4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3"/>
          <p:cNvSpPr/>
          <p:nvPr/>
        </p:nvSpPr>
        <p:spPr>
          <a:xfrm>
            <a:off x="43213019" y="6657123"/>
            <a:ext cx="685800" cy="31800645"/>
          </a:xfrm>
          <a:prstGeom prst="rect">
            <a:avLst/>
          </a:prstGeom>
          <a:solidFill>
            <a:srgbClr val="29459B"/>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0400"/>
              <a:buFont typeface="Arial"/>
              <a:buNone/>
            </a:pPr>
            <a:endParaRPr sz="10400" b="1" i="0" u="none" strike="noStrike" cap="none">
              <a:solidFill>
                <a:schemeClr val="dk1"/>
              </a:solidFill>
              <a:latin typeface="Arial"/>
              <a:ea typeface="Arial"/>
              <a:cs typeface="Arial"/>
              <a:sym typeface="Arial"/>
            </a:endParaRPr>
          </a:p>
        </p:txBody>
      </p:sp>
      <p:sp>
        <p:nvSpPr>
          <p:cNvPr id="11" name="Google Shape;11;p3"/>
          <p:cNvSpPr/>
          <p:nvPr/>
        </p:nvSpPr>
        <p:spPr>
          <a:xfrm>
            <a:off x="0" y="6657123"/>
            <a:ext cx="685800" cy="31800645"/>
          </a:xfrm>
          <a:prstGeom prst="rect">
            <a:avLst/>
          </a:prstGeom>
          <a:solidFill>
            <a:srgbClr val="76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0400"/>
              <a:buFont typeface="Arial"/>
              <a:buNone/>
            </a:pPr>
            <a:endParaRPr sz="10400" b="1" i="0" u="none" strike="noStrike" cap="none">
              <a:solidFill>
                <a:schemeClr val="dk1"/>
              </a:solidFill>
              <a:latin typeface="Arial"/>
              <a:ea typeface="Arial"/>
              <a:cs typeface="Arial"/>
              <a:sym typeface="Arial"/>
            </a:endParaRPr>
          </a:p>
        </p:txBody>
      </p:sp>
      <p:pic>
        <p:nvPicPr>
          <p:cNvPr id="12" name="Google Shape;12;p3"/>
          <p:cNvPicPr preferRelativeResize="0"/>
          <p:nvPr/>
        </p:nvPicPr>
        <p:blipFill rotWithShape="1">
          <a:blip r:embed="rId13">
            <a:alphaModFix/>
          </a:blip>
          <a:srcRect/>
          <a:stretch/>
        </p:blipFill>
        <p:spPr>
          <a:xfrm>
            <a:off x="472492" y="518070"/>
            <a:ext cx="8961120" cy="5679649"/>
          </a:xfrm>
          <a:prstGeom prst="rect">
            <a:avLst/>
          </a:prstGeom>
          <a:noFill/>
          <a:ln>
            <a:noFill/>
          </a:ln>
        </p:spPr>
      </p:pic>
      <p:cxnSp>
        <p:nvCxnSpPr>
          <p:cNvPr id="13" name="Google Shape;13;p3"/>
          <p:cNvCxnSpPr/>
          <p:nvPr/>
        </p:nvCxnSpPr>
        <p:spPr>
          <a:xfrm>
            <a:off x="-48126" y="6657123"/>
            <a:ext cx="43946946" cy="0"/>
          </a:xfrm>
          <a:prstGeom prst="straightConnector1">
            <a:avLst/>
          </a:prstGeom>
          <a:noFill/>
          <a:ln w="317500" cap="flat" cmpd="sng">
            <a:solidFill>
              <a:srgbClr val="B5AF67"/>
            </a:solidFill>
            <a:prstDash val="solid"/>
            <a:round/>
            <a:headEnd type="none" w="sm" len="sm"/>
            <a:tailEnd type="none" w="sm" len="sm"/>
          </a:ln>
        </p:spPr>
      </p:cxnSp>
      <p:cxnSp>
        <p:nvCxnSpPr>
          <p:cNvPr id="14" name="Google Shape;14;p3"/>
          <p:cNvCxnSpPr/>
          <p:nvPr/>
        </p:nvCxnSpPr>
        <p:spPr>
          <a:xfrm>
            <a:off x="-48126" y="38351831"/>
            <a:ext cx="43946946" cy="52968"/>
          </a:xfrm>
          <a:prstGeom prst="straightConnector1">
            <a:avLst/>
          </a:prstGeom>
          <a:noFill/>
          <a:ln w="381000" cap="flat" cmpd="sng">
            <a:solidFill>
              <a:srgbClr val="B5AF67"/>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g3d70df7b2ae_0_32"/>
          <p:cNvSpPr txBox="1"/>
          <p:nvPr/>
        </p:nvSpPr>
        <p:spPr>
          <a:xfrm>
            <a:off x="1128350" y="24123138"/>
            <a:ext cx="11552100" cy="1071000"/>
          </a:xfrm>
          <a:prstGeom prst="rect">
            <a:avLst/>
          </a:prstGeom>
          <a:solidFill>
            <a:srgbClr val="760000"/>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5000" dirty="0">
                <a:solidFill>
                  <a:srgbClr val="FFFFFF"/>
                </a:solidFill>
              </a:rPr>
              <a:t>METHODS/RESOURCES</a:t>
            </a:r>
            <a:endParaRPr sz="5000" dirty="0">
              <a:solidFill>
                <a:srgbClr val="FFFFFF"/>
              </a:solidFill>
            </a:endParaRPr>
          </a:p>
        </p:txBody>
      </p:sp>
      <p:sp>
        <p:nvSpPr>
          <p:cNvPr id="51" name="Google Shape;51;g3d70df7b2ae_0_32"/>
          <p:cNvSpPr txBox="1"/>
          <p:nvPr/>
        </p:nvSpPr>
        <p:spPr>
          <a:xfrm>
            <a:off x="1162850" y="19856762"/>
            <a:ext cx="11552100" cy="1071000"/>
          </a:xfrm>
          <a:prstGeom prst="rect">
            <a:avLst/>
          </a:prstGeom>
          <a:solidFill>
            <a:srgbClr val="760000"/>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5000">
                <a:solidFill>
                  <a:srgbClr val="FFFFFF"/>
                </a:solidFill>
              </a:rPr>
              <a:t>GOALS</a:t>
            </a:r>
            <a:endParaRPr sz="5000">
              <a:solidFill>
                <a:srgbClr val="FFFFFF"/>
              </a:solidFill>
            </a:endParaRPr>
          </a:p>
        </p:txBody>
      </p:sp>
      <p:sp>
        <p:nvSpPr>
          <p:cNvPr id="52" name="Google Shape;52;g3d70df7b2ae_0_32"/>
          <p:cNvSpPr txBox="1"/>
          <p:nvPr/>
        </p:nvSpPr>
        <p:spPr>
          <a:xfrm>
            <a:off x="31141750" y="7527950"/>
            <a:ext cx="11552100" cy="1071000"/>
          </a:xfrm>
          <a:prstGeom prst="rect">
            <a:avLst/>
          </a:prstGeom>
          <a:solidFill>
            <a:srgbClr val="760000"/>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5000">
                <a:solidFill>
                  <a:srgbClr val="FFFFFF"/>
                </a:solidFill>
              </a:rPr>
              <a:t>RESULTS</a:t>
            </a:r>
            <a:endParaRPr sz="5000">
              <a:solidFill>
                <a:srgbClr val="FFFFFF"/>
              </a:solidFill>
            </a:endParaRPr>
          </a:p>
        </p:txBody>
      </p:sp>
      <p:sp>
        <p:nvSpPr>
          <p:cNvPr id="53" name="Google Shape;53;g3d70df7b2ae_0_32"/>
          <p:cNvSpPr txBox="1"/>
          <p:nvPr/>
        </p:nvSpPr>
        <p:spPr>
          <a:xfrm>
            <a:off x="31141750" y="28706800"/>
            <a:ext cx="11552100" cy="1071000"/>
          </a:xfrm>
          <a:prstGeom prst="rect">
            <a:avLst/>
          </a:prstGeom>
          <a:solidFill>
            <a:srgbClr val="760000"/>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5000">
                <a:solidFill>
                  <a:srgbClr val="FFFFFF"/>
                </a:solidFill>
              </a:rPr>
              <a:t>FUTURE WORK</a:t>
            </a:r>
            <a:endParaRPr sz="5000">
              <a:solidFill>
                <a:srgbClr val="FFFFFF"/>
              </a:solidFill>
            </a:endParaRPr>
          </a:p>
        </p:txBody>
      </p:sp>
      <p:sp>
        <p:nvSpPr>
          <p:cNvPr id="54" name="Google Shape;54;g3d70df7b2ae_0_32"/>
          <p:cNvSpPr txBox="1"/>
          <p:nvPr/>
        </p:nvSpPr>
        <p:spPr>
          <a:xfrm>
            <a:off x="31141750" y="34771888"/>
            <a:ext cx="11552100" cy="1071000"/>
          </a:xfrm>
          <a:prstGeom prst="rect">
            <a:avLst/>
          </a:prstGeom>
          <a:solidFill>
            <a:srgbClr val="760000"/>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5000">
                <a:solidFill>
                  <a:srgbClr val="FFFFFF"/>
                </a:solidFill>
              </a:rPr>
              <a:t>ACKNOWLEDGEMENTS</a:t>
            </a:r>
            <a:endParaRPr sz="5000">
              <a:solidFill>
                <a:srgbClr val="FFFFFF"/>
              </a:solidFill>
            </a:endParaRPr>
          </a:p>
        </p:txBody>
      </p:sp>
      <p:sp>
        <p:nvSpPr>
          <p:cNvPr id="55" name="Google Shape;55;g3d70df7b2ae_0_32"/>
          <p:cNvSpPr txBox="1"/>
          <p:nvPr/>
        </p:nvSpPr>
        <p:spPr>
          <a:xfrm>
            <a:off x="31141750" y="29777800"/>
            <a:ext cx="11552100" cy="4683900"/>
          </a:xfrm>
          <a:prstGeom prst="rect">
            <a:avLst/>
          </a:prstGeom>
          <a:noFill/>
          <a:ln>
            <a:noFill/>
          </a:ln>
        </p:spPr>
        <p:txBody>
          <a:bodyPr spcFirstLastPara="1" wrap="square" lIns="91425" tIns="91425" rIns="91425" bIns="91425" anchor="t" anchorCtr="0">
            <a:spAutoFit/>
          </a:bodyPr>
          <a:lstStyle/>
          <a:p>
            <a:pPr marL="457200" lvl="0" indent="-463550" algn="l" rtl="0">
              <a:lnSpc>
                <a:spcPct val="115000"/>
              </a:lnSpc>
              <a:spcBef>
                <a:spcPts val="0"/>
              </a:spcBef>
              <a:spcAft>
                <a:spcPts val="0"/>
              </a:spcAft>
              <a:buSzPts val="3700"/>
              <a:buChar char="●"/>
            </a:pPr>
            <a:r>
              <a:rPr lang="en-US" sz="3700"/>
              <a:t>Achieve true 8-, 4-, 2-, and 1-bit representations of ViTs for orbital object detection tasks</a:t>
            </a:r>
            <a:endParaRPr sz="3700"/>
          </a:p>
          <a:p>
            <a:pPr marL="457200" lvl="0" indent="-463550" algn="l" rtl="0">
              <a:lnSpc>
                <a:spcPct val="115000"/>
              </a:lnSpc>
              <a:spcBef>
                <a:spcPts val="0"/>
              </a:spcBef>
              <a:spcAft>
                <a:spcPts val="0"/>
              </a:spcAft>
              <a:buSzPts val="3700"/>
              <a:buChar char="●"/>
            </a:pPr>
            <a:r>
              <a:rPr lang="en-US" sz="3700"/>
              <a:t>Efficient satellite component object detection for:</a:t>
            </a:r>
            <a:endParaRPr sz="3700"/>
          </a:p>
          <a:p>
            <a:pPr marL="914400" lvl="1" indent="-463550" algn="l" rtl="0">
              <a:lnSpc>
                <a:spcPct val="115000"/>
              </a:lnSpc>
              <a:spcBef>
                <a:spcPts val="0"/>
              </a:spcBef>
              <a:spcAft>
                <a:spcPts val="0"/>
              </a:spcAft>
              <a:buSzPts val="3700"/>
              <a:buChar char="○"/>
            </a:pPr>
            <a:r>
              <a:rPr lang="en-US" sz="3700"/>
              <a:t>Diagnosing broken components</a:t>
            </a:r>
            <a:endParaRPr sz="3700"/>
          </a:p>
          <a:p>
            <a:pPr marL="914400" lvl="1" indent="-463550" algn="l" rtl="0">
              <a:lnSpc>
                <a:spcPct val="115000"/>
              </a:lnSpc>
              <a:spcBef>
                <a:spcPts val="0"/>
              </a:spcBef>
              <a:spcAft>
                <a:spcPts val="0"/>
              </a:spcAft>
              <a:buSzPts val="3700"/>
              <a:buChar char="○"/>
            </a:pPr>
            <a:r>
              <a:rPr lang="en-US" sz="3700"/>
              <a:t>Docking onto satellites</a:t>
            </a:r>
            <a:endParaRPr sz="3700"/>
          </a:p>
          <a:p>
            <a:pPr marL="914400" lvl="1" indent="-463550" algn="l" rtl="0">
              <a:lnSpc>
                <a:spcPct val="115000"/>
              </a:lnSpc>
              <a:spcBef>
                <a:spcPts val="0"/>
              </a:spcBef>
              <a:spcAft>
                <a:spcPts val="0"/>
              </a:spcAft>
              <a:buSzPts val="3700"/>
              <a:buChar char="○"/>
            </a:pPr>
            <a:r>
              <a:rPr lang="en-US" sz="3700"/>
              <a:t>Identifying space debris</a:t>
            </a:r>
            <a:endParaRPr sz="3700"/>
          </a:p>
          <a:p>
            <a:pPr marL="457200" lvl="0" indent="-463550" algn="l" rtl="0">
              <a:lnSpc>
                <a:spcPct val="115000"/>
              </a:lnSpc>
              <a:spcBef>
                <a:spcPts val="0"/>
              </a:spcBef>
              <a:spcAft>
                <a:spcPts val="0"/>
              </a:spcAft>
              <a:buSzPts val="3700"/>
              <a:buChar char="●"/>
            </a:pPr>
            <a:r>
              <a:rPr lang="en-US" sz="3700"/>
              <a:t>Further analysis of CNN vs ViT comparisions</a:t>
            </a:r>
            <a:endParaRPr sz="3700"/>
          </a:p>
        </p:txBody>
      </p:sp>
      <p:sp>
        <p:nvSpPr>
          <p:cNvPr id="56" name="Google Shape;56;g3d70df7b2ae_0_32"/>
          <p:cNvSpPr txBox="1"/>
          <p:nvPr/>
        </p:nvSpPr>
        <p:spPr>
          <a:xfrm>
            <a:off x="1128350" y="25236500"/>
            <a:ext cx="11483100" cy="4898700"/>
          </a:xfrm>
          <a:prstGeom prst="rect">
            <a:avLst/>
          </a:prstGeom>
          <a:noFill/>
          <a:ln>
            <a:noFill/>
          </a:ln>
        </p:spPr>
        <p:txBody>
          <a:bodyPr spcFirstLastPara="1" wrap="square" lIns="91425" tIns="91425" rIns="91425" bIns="91425" anchor="t" anchorCtr="0">
            <a:spAutoFit/>
          </a:bodyPr>
          <a:lstStyle/>
          <a:p>
            <a:pPr marL="457200" lvl="0" indent="-469900" algn="l" rtl="0">
              <a:lnSpc>
                <a:spcPct val="115000"/>
              </a:lnSpc>
              <a:spcBef>
                <a:spcPts val="0"/>
              </a:spcBef>
              <a:spcAft>
                <a:spcPts val="0"/>
              </a:spcAft>
              <a:buSzPts val="3800"/>
              <a:buChar char="●"/>
            </a:pPr>
            <a:r>
              <a:rPr lang="en-US" sz="3800" dirty="0"/>
              <a:t>NVIDIA </a:t>
            </a:r>
            <a:r>
              <a:rPr lang="en-US" sz="3800" dirty="0" err="1"/>
              <a:t>TensorRT</a:t>
            </a:r>
            <a:r>
              <a:rPr lang="en-US" sz="3800" dirty="0"/>
              <a:t> SDK</a:t>
            </a:r>
            <a:endParaRPr sz="3800" dirty="0"/>
          </a:p>
          <a:p>
            <a:pPr marL="457200" lvl="0" indent="-469900" algn="l" rtl="0">
              <a:lnSpc>
                <a:spcPct val="115000"/>
              </a:lnSpc>
              <a:spcBef>
                <a:spcPts val="0"/>
              </a:spcBef>
              <a:spcAft>
                <a:spcPts val="0"/>
              </a:spcAft>
              <a:buSzPts val="3800"/>
              <a:buChar char="●"/>
            </a:pPr>
            <a:r>
              <a:rPr lang="en-US" sz="3800" dirty="0"/>
              <a:t>ONNX Quantization</a:t>
            </a:r>
            <a:endParaRPr sz="3800" dirty="0"/>
          </a:p>
          <a:p>
            <a:pPr marL="457200" lvl="0" indent="-469900" algn="l" rtl="0">
              <a:lnSpc>
                <a:spcPct val="115000"/>
              </a:lnSpc>
              <a:spcBef>
                <a:spcPts val="0"/>
              </a:spcBef>
              <a:spcAft>
                <a:spcPts val="0"/>
              </a:spcAft>
              <a:buSzPts val="3800"/>
              <a:buChar char="●"/>
            </a:pPr>
            <a:r>
              <a:rPr lang="en-US" sz="3800" dirty="0"/>
              <a:t>Quantize/Dequantize (Q/DQ) Node Insertion</a:t>
            </a:r>
            <a:endParaRPr sz="3800" dirty="0"/>
          </a:p>
          <a:p>
            <a:pPr marL="457200" lvl="0" indent="-469900" algn="l" rtl="0">
              <a:lnSpc>
                <a:spcPct val="115000"/>
              </a:lnSpc>
              <a:spcBef>
                <a:spcPts val="0"/>
              </a:spcBef>
              <a:spcAft>
                <a:spcPts val="0"/>
              </a:spcAft>
              <a:buSzPts val="3800"/>
              <a:buChar char="●"/>
            </a:pPr>
            <a:r>
              <a:rPr lang="en-US" sz="3800" dirty="0"/>
              <a:t>YOLOv5 Repository</a:t>
            </a:r>
            <a:endParaRPr sz="3800" dirty="0"/>
          </a:p>
          <a:p>
            <a:pPr marL="457200" lvl="0" indent="-469900" algn="l" rtl="0">
              <a:lnSpc>
                <a:spcPct val="115000"/>
              </a:lnSpc>
              <a:spcBef>
                <a:spcPts val="0"/>
              </a:spcBef>
              <a:spcAft>
                <a:spcPts val="0"/>
              </a:spcAft>
              <a:buSzPts val="3800"/>
              <a:buChar char="●"/>
            </a:pPr>
            <a:r>
              <a:rPr lang="en-US" sz="3800" dirty="0"/>
              <a:t>NVIDIA Jetson AGX Orin</a:t>
            </a:r>
            <a:endParaRPr sz="3800" dirty="0"/>
          </a:p>
          <a:p>
            <a:pPr marL="457200" lvl="0" indent="-469900" algn="l" rtl="0">
              <a:lnSpc>
                <a:spcPct val="115000"/>
              </a:lnSpc>
              <a:spcBef>
                <a:spcPts val="0"/>
              </a:spcBef>
              <a:spcAft>
                <a:spcPts val="0"/>
              </a:spcAft>
              <a:buSzPts val="3800"/>
              <a:buChar char="●"/>
            </a:pPr>
            <a:r>
              <a:rPr lang="en-US" sz="3800" dirty="0"/>
              <a:t>Dr. White’s </a:t>
            </a:r>
            <a:r>
              <a:rPr lang="en-US" sz="3800" dirty="0" err="1"/>
              <a:t>NEural</a:t>
            </a:r>
            <a:r>
              <a:rPr lang="en-US" sz="3800" dirty="0"/>
              <a:t> </a:t>
            </a:r>
            <a:r>
              <a:rPr lang="en-US" sz="3800" dirty="0" err="1"/>
              <a:t>TransmissionS</a:t>
            </a:r>
            <a:r>
              <a:rPr lang="en-US" sz="3800" dirty="0"/>
              <a:t> (NETS) Lab GPU servers</a:t>
            </a:r>
            <a:endParaRPr sz="3800" dirty="0"/>
          </a:p>
        </p:txBody>
      </p:sp>
      <p:sp>
        <p:nvSpPr>
          <p:cNvPr id="57" name="Google Shape;57;g3d70df7b2ae_0_32"/>
          <p:cNvSpPr txBox="1"/>
          <p:nvPr/>
        </p:nvSpPr>
        <p:spPr>
          <a:xfrm>
            <a:off x="31141750" y="35842888"/>
            <a:ext cx="11552100" cy="1759200"/>
          </a:xfrm>
          <a:prstGeom prst="rect">
            <a:avLst/>
          </a:prstGeom>
          <a:noFill/>
          <a:ln>
            <a:noFill/>
          </a:ln>
        </p:spPr>
        <p:txBody>
          <a:bodyPr spcFirstLastPara="1" wrap="square" lIns="91425" tIns="91425" rIns="91425" bIns="91425" anchor="t" anchorCtr="0">
            <a:spAutoFit/>
          </a:bodyPr>
          <a:lstStyle/>
          <a:p>
            <a:pPr marL="457200" lvl="0" indent="-425450" algn="l" rtl="0">
              <a:lnSpc>
                <a:spcPct val="115000"/>
              </a:lnSpc>
              <a:spcBef>
                <a:spcPts val="0"/>
              </a:spcBef>
              <a:spcAft>
                <a:spcPts val="0"/>
              </a:spcAft>
              <a:buSzPts val="3100"/>
              <a:buChar char="●"/>
            </a:pPr>
            <a:r>
              <a:rPr lang="en-US" sz="3100"/>
              <a:t>Dr. White, for his guidance and foundational research insights.</a:t>
            </a:r>
            <a:endParaRPr sz="3100"/>
          </a:p>
          <a:p>
            <a:pPr marL="457200" lvl="0" indent="-425450" algn="l" rtl="0">
              <a:lnSpc>
                <a:spcPct val="115000"/>
              </a:lnSpc>
              <a:spcBef>
                <a:spcPts val="0"/>
              </a:spcBef>
              <a:spcAft>
                <a:spcPts val="0"/>
              </a:spcAft>
              <a:buSzPts val="3100"/>
              <a:buChar char="●"/>
            </a:pPr>
            <a:r>
              <a:rPr lang="en-US" sz="3100"/>
              <a:t>Arianna Issitt, for her help with the Jetson computer, datasets, and initial CNN model</a:t>
            </a:r>
            <a:endParaRPr sz="3100"/>
          </a:p>
        </p:txBody>
      </p:sp>
      <p:sp>
        <p:nvSpPr>
          <p:cNvPr id="58" name="Google Shape;58;g3d70df7b2ae_0_32"/>
          <p:cNvSpPr txBox="1"/>
          <p:nvPr/>
        </p:nvSpPr>
        <p:spPr>
          <a:xfrm>
            <a:off x="1093850" y="21012738"/>
            <a:ext cx="11552100" cy="2787600"/>
          </a:xfrm>
          <a:prstGeom prst="rect">
            <a:avLst/>
          </a:prstGeom>
          <a:noFill/>
          <a:ln>
            <a:noFill/>
          </a:ln>
        </p:spPr>
        <p:txBody>
          <a:bodyPr spcFirstLastPara="1" wrap="square" lIns="91425" tIns="91425" rIns="91425" bIns="91425" anchor="t" anchorCtr="0">
            <a:spAutoFit/>
          </a:bodyPr>
          <a:lstStyle/>
          <a:p>
            <a:pPr marL="457200" lvl="0" indent="-469900" algn="l" rtl="0">
              <a:lnSpc>
                <a:spcPct val="115000"/>
              </a:lnSpc>
              <a:spcBef>
                <a:spcPts val="0"/>
              </a:spcBef>
              <a:spcAft>
                <a:spcPts val="0"/>
              </a:spcAft>
              <a:buClr>
                <a:schemeClr val="dk1"/>
              </a:buClr>
              <a:buSzPts val="3800"/>
              <a:buChar char="●"/>
            </a:pPr>
            <a:r>
              <a:rPr lang="en-US" sz="3800" dirty="0">
                <a:solidFill>
                  <a:schemeClr val="dk1"/>
                </a:solidFill>
              </a:rPr>
              <a:t>Train types of CNN and </a:t>
            </a:r>
            <a:r>
              <a:rPr lang="en-US" sz="3800" dirty="0" err="1">
                <a:solidFill>
                  <a:schemeClr val="dk1"/>
                </a:solidFill>
              </a:rPr>
              <a:t>ViT</a:t>
            </a:r>
            <a:r>
              <a:rPr lang="en-US" sz="3800" dirty="0">
                <a:solidFill>
                  <a:schemeClr val="dk1"/>
                </a:solidFill>
              </a:rPr>
              <a:t> models</a:t>
            </a:r>
            <a:endParaRPr sz="3800" dirty="0">
              <a:solidFill>
                <a:schemeClr val="dk1"/>
              </a:solidFill>
            </a:endParaRPr>
          </a:p>
          <a:p>
            <a:pPr marL="457200" lvl="0" indent="-469900" algn="l" rtl="0">
              <a:lnSpc>
                <a:spcPct val="115000"/>
              </a:lnSpc>
              <a:spcBef>
                <a:spcPts val="0"/>
              </a:spcBef>
              <a:spcAft>
                <a:spcPts val="0"/>
              </a:spcAft>
              <a:buClr>
                <a:schemeClr val="dk1"/>
              </a:buClr>
              <a:buSzPts val="3800"/>
              <a:buChar char="●"/>
            </a:pPr>
            <a:r>
              <a:rPr lang="en-US" sz="3800" dirty="0">
                <a:solidFill>
                  <a:schemeClr val="dk1"/>
                </a:solidFill>
              </a:rPr>
              <a:t>Quantize a </a:t>
            </a:r>
            <a:r>
              <a:rPr lang="en-US" sz="3800" dirty="0" err="1">
                <a:solidFill>
                  <a:schemeClr val="dk1"/>
                </a:solidFill>
              </a:rPr>
              <a:t>ViT</a:t>
            </a:r>
            <a:r>
              <a:rPr lang="en-US" sz="3800" dirty="0">
                <a:solidFill>
                  <a:schemeClr val="dk1"/>
                </a:solidFill>
              </a:rPr>
              <a:t> to FP16 representation</a:t>
            </a:r>
            <a:endParaRPr sz="3800" dirty="0">
              <a:solidFill>
                <a:schemeClr val="dk1"/>
              </a:solidFill>
            </a:endParaRPr>
          </a:p>
          <a:p>
            <a:pPr marL="457200" lvl="0" indent="-469900" algn="l" rtl="0">
              <a:lnSpc>
                <a:spcPct val="115000"/>
              </a:lnSpc>
              <a:spcBef>
                <a:spcPts val="0"/>
              </a:spcBef>
              <a:spcAft>
                <a:spcPts val="0"/>
              </a:spcAft>
              <a:buClr>
                <a:schemeClr val="dk1"/>
              </a:buClr>
              <a:buSzPts val="3800"/>
              <a:buChar char="●"/>
            </a:pPr>
            <a:r>
              <a:rPr lang="en-US" sz="3800" dirty="0">
                <a:solidFill>
                  <a:schemeClr val="dk1"/>
                </a:solidFill>
              </a:rPr>
              <a:t>Quantize a </a:t>
            </a:r>
            <a:r>
              <a:rPr lang="en-US" sz="3800" dirty="0" err="1">
                <a:solidFill>
                  <a:schemeClr val="dk1"/>
                </a:solidFill>
              </a:rPr>
              <a:t>ViT</a:t>
            </a:r>
            <a:r>
              <a:rPr lang="en-US" sz="3800" dirty="0">
                <a:solidFill>
                  <a:schemeClr val="dk1"/>
                </a:solidFill>
              </a:rPr>
              <a:t> to INT8 representation</a:t>
            </a:r>
            <a:endParaRPr sz="3800" dirty="0">
              <a:solidFill>
                <a:schemeClr val="dk1"/>
              </a:solidFill>
            </a:endParaRPr>
          </a:p>
          <a:p>
            <a:pPr marL="457200" lvl="0" indent="-469900" algn="l" rtl="0">
              <a:lnSpc>
                <a:spcPct val="115000"/>
              </a:lnSpc>
              <a:spcBef>
                <a:spcPts val="0"/>
              </a:spcBef>
              <a:spcAft>
                <a:spcPts val="0"/>
              </a:spcAft>
              <a:buClr>
                <a:schemeClr val="dk1"/>
              </a:buClr>
              <a:buSzPts val="3800"/>
              <a:buChar char="●"/>
            </a:pPr>
            <a:r>
              <a:rPr lang="en-US" sz="3800" dirty="0">
                <a:solidFill>
                  <a:schemeClr val="dk1"/>
                </a:solidFill>
              </a:rPr>
              <a:t>Evaluate &amp; Compare CNN and </a:t>
            </a:r>
            <a:r>
              <a:rPr lang="en-US" sz="3800" dirty="0" err="1">
                <a:solidFill>
                  <a:schemeClr val="dk1"/>
                </a:solidFill>
              </a:rPr>
              <a:t>ViT</a:t>
            </a:r>
            <a:r>
              <a:rPr lang="en-US" sz="3800" dirty="0">
                <a:solidFill>
                  <a:schemeClr val="dk1"/>
                </a:solidFill>
              </a:rPr>
              <a:t> performance</a:t>
            </a:r>
            <a:endParaRPr sz="3800" dirty="0">
              <a:solidFill>
                <a:schemeClr val="dk1"/>
              </a:solidFill>
            </a:endParaRPr>
          </a:p>
        </p:txBody>
      </p:sp>
      <p:sp>
        <p:nvSpPr>
          <p:cNvPr id="59" name="Google Shape;59;g3d70df7b2ae_0_32"/>
          <p:cNvSpPr txBox="1"/>
          <p:nvPr/>
        </p:nvSpPr>
        <p:spPr>
          <a:xfrm>
            <a:off x="1128350" y="30515644"/>
            <a:ext cx="11552100" cy="1071000"/>
          </a:xfrm>
          <a:prstGeom prst="rect">
            <a:avLst/>
          </a:prstGeom>
          <a:solidFill>
            <a:srgbClr val="760000"/>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5000">
                <a:solidFill>
                  <a:srgbClr val="FFFFFF"/>
                </a:solidFill>
              </a:rPr>
              <a:t>REFERENCES</a:t>
            </a:r>
            <a:endParaRPr sz="5000">
              <a:solidFill>
                <a:srgbClr val="FFFFFF"/>
              </a:solidFill>
            </a:endParaRPr>
          </a:p>
        </p:txBody>
      </p:sp>
      <p:sp>
        <p:nvSpPr>
          <p:cNvPr id="60" name="Google Shape;60;g3d70df7b2ae_0_32"/>
          <p:cNvSpPr txBox="1"/>
          <p:nvPr/>
        </p:nvSpPr>
        <p:spPr>
          <a:xfrm>
            <a:off x="1059350" y="31586644"/>
            <a:ext cx="11552100" cy="5975400"/>
          </a:xfrm>
          <a:prstGeom prst="rect">
            <a:avLst/>
          </a:prstGeom>
          <a:noFill/>
          <a:ln>
            <a:noFill/>
          </a:ln>
        </p:spPr>
        <p:txBody>
          <a:bodyPr spcFirstLastPara="1" wrap="square" lIns="91425" tIns="91425" rIns="91425" bIns="91425" anchor="t" anchorCtr="0">
            <a:spAutoFit/>
          </a:bodyPr>
          <a:lstStyle/>
          <a:p>
            <a:pPr marL="457200" lvl="0" indent="-368300" algn="l" rtl="0">
              <a:lnSpc>
                <a:spcPct val="115000"/>
              </a:lnSpc>
              <a:spcBef>
                <a:spcPts val="1200"/>
              </a:spcBef>
              <a:spcAft>
                <a:spcPts val="0"/>
              </a:spcAft>
              <a:buSzPts val="2200"/>
              <a:buChar char="●"/>
            </a:pPr>
            <a:r>
              <a:rPr lang="en-US" sz="2200" dirty="0" err="1">
                <a:solidFill>
                  <a:schemeClr val="dk1"/>
                </a:solidFill>
              </a:rPr>
              <a:t>Dosovitskiy</a:t>
            </a:r>
            <a:r>
              <a:rPr lang="en-US" sz="2200" dirty="0">
                <a:solidFill>
                  <a:schemeClr val="dk1"/>
                </a:solidFill>
              </a:rPr>
              <a:t>, Alexey, et al. “An Image Is Worth 16x16 Words: Transformers for Image Recognition at Scale.” </a:t>
            </a:r>
            <a:r>
              <a:rPr lang="en-US" sz="2200" i="1" dirty="0" err="1">
                <a:solidFill>
                  <a:schemeClr val="dk1"/>
                </a:solidFill>
              </a:rPr>
              <a:t>arXiv.Org</a:t>
            </a:r>
            <a:r>
              <a:rPr lang="en-US" sz="2200" dirty="0">
                <a:solidFill>
                  <a:schemeClr val="dk1"/>
                </a:solidFill>
              </a:rPr>
              <a:t>, 3 June 2021.</a:t>
            </a:r>
            <a:endParaRPr sz="2200" dirty="0">
              <a:solidFill>
                <a:schemeClr val="dk1"/>
              </a:solidFill>
            </a:endParaRPr>
          </a:p>
          <a:p>
            <a:pPr marL="457200" lvl="0" indent="-368300" algn="l" rtl="0">
              <a:lnSpc>
                <a:spcPct val="115000"/>
              </a:lnSpc>
              <a:spcBef>
                <a:spcPts val="0"/>
              </a:spcBef>
              <a:spcAft>
                <a:spcPts val="0"/>
              </a:spcAft>
              <a:buClr>
                <a:schemeClr val="dk1"/>
              </a:buClr>
              <a:buSzPts val="2200"/>
              <a:buChar char="●"/>
            </a:pPr>
            <a:r>
              <a:rPr lang="en-US" sz="2200" dirty="0" err="1">
                <a:solidFill>
                  <a:schemeClr val="dk1"/>
                </a:solidFill>
              </a:rPr>
              <a:t>Issitt</a:t>
            </a:r>
            <a:r>
              <a:rPr lang="en-US" sz="2200" dirty="0">
                <a:solidFill>
                  <a:schemeClr val="dk1"/>
                </a:solidFill>
              </a:rPr>
              <a:t>, Arianna, et al. “Reliable onboard 3D reconstruction of unknown spacecraft via data acquisition guided by Orbital Geometry and lighting.” AIAA SCITECH 2026 Forum, 8 Jan. 2026.</a:t>
            </a:r>
            <a:endParaRPr sz="2200" dirty="0">
              <a:solidFill>
                <a:schemeClr val="dk1"/>
              </a:solidFill>
            </a:endParaRPr>
          </a:p>
          <a:p>
            <a:pPr marL="457200" lvl="0" indent="-368300" algn="l" rtl="0">
              <a:lnSpc>
                <a:spcPct val="115000"/>
              </a:lnSpc>
              <a:spcBef>
                <a:spcPts val="0"/>
              </a:spcBef>
              <a:spcAft>
                <a:spcPts val="0"/>
              </a:spcAft>
              <a:buClr>
                <a:schemeClr val="dk1"/>
              </a:buClr>
              <a:buSzPts val="2200"/>
              <a:buChar char="●"/>
            </a:pPr>
            <a:r>
              <a:rPr lang="en-US" sz="2200" dirty="0">
                <a:solidFill>
                  <a:schemeClr val="dk1"/>
                </a:solidFill>
              </a:rPr>
              <a:t>Mahendrakar, Trupti, et al. “Unknown non-cooperative spacecraft characterization with lightweight convolutional neural networks.” Journal of Aerospace Information Systems, vol. 21, no. 5, May 2024, pp. 455–460.</a:t>
            </a:r>
            <a:endParaRPr sz="2200" dirty="0">
              <a:solidFill>
                <a:schemeClr val="dk1"/>
              </a:solidFill>
            </a:endParaRPr>
          </a:p>
          <a:p>
            <a:pPr marL="457200" lvl="0" indent="-368300" algn="l" rtl="0">
              <a:lnSpc>
                <a:spcPct val="115000"/>
              </a:lnSpc>
              <a:spcBef>
                <a:spcPts val="0"/>
              </a:spcBef>
              <a:spcAft>
                <a:spcPts val="0"/>
              </a:spcAft>
              <a:buClr>
                <a:schemeClr val="dk1"/>
              </a:buClr>
              <a:buSzPts val="2200"/>
              <a:buChar char="●"/>
            </a:pPr>
            <a:r>
              <a:rPr lang="en-US" sz="2200" dirty="0">
                <a:solidFill>
                  <a:schemeClr val="dk1"/>
                </a:solidFill>
              </a:rPr>
              <a:t>Mukherjee, </a:t>
            </a:r>
            <a:r>
              <a:rPr lang="en-US" sz="2200" dirty="0" err="1">
                <a:solidFill>
                  <a:schemeClr val="dk1"/>
                </a:solidFill>
              </a:rPr>
              <a:t>Shaoni</a:t>
            </a:r>
            <a:r>
              <a:rPr lang="en-US" sz="2200" dirty="0">
                <a:solidFill>
                  <a:schemeClr val="dk1"/>
                </a:solidFill>
              </a:rPr>
              <a:t>. “Quantizing Vision Transformers for Efficient Deployment: Strategies and Best Practices.” </a:t>
            </a:r>
            <a:r>
              <a:rPr lang="en-US" sz="2200" i="1" dirty="0" err="1">
                <a:solidFill>
                  <a:schemeClr val="dk1"/>
                </a:solidFill>
              </a:rPr>
              <a:t>Paperspace</a:t>
            </a:r>
            <a:r>
              <a:rPr lang="en-US" sz="2200" i="1" dirty="0">
                <a:solidFill>
                  <a:schemeClr val="dk1"/>
                </a:solidFill>
              </a:rPr>
              <a:t> by </a:t>
            </a:r>
            <a:r>
              <a:rPr lang="en-US" sz="2200" i="1" dirty="0" err="1">
                <a:solidFill>
                  <a:schemeClr val="dk1"/>
                </a:solidFill>
              </a:rPr>
              <a:t>DigitalOcean</a:t>
            </a:r>
            <a:r>
              <a:rPr lang="en-US" sz="2200" i="1" dirty="0">
                <a:solidFill>
                  <a:schemeClr val="dk1"/>
                </a:solidFill>
              </a:rPr>
              <a:t> Blog</a:t>
            </a:r>
            <a:r>
              <a:rPr lang="en-US" sz="2200" dirty="0">
                <a:solidFill>
                  <a:schemeClr val="dk1"/>
                </a:solidFill>
              </a:rPr>
              <a:t>, </a:t>
            </a:r>
            <a:r>
              <a:rPr lang="en-US" sz="2200" dirty="0" err="1">
                <a:solidFill>
                  <a:schemeClr val="dk1"/>
                </a:solidFill>
              </a:rPr>
              <a:t>Paperspace</a:t>
            </a:r>
            <a:r>
              <a:rPr lang="en-US" sz="2200" dirty="0">
                <a:solidFill>
                  <a:schemeClr val="dk1"/>
                </a:solidFill>
              </a:rPr>
              <a:t> by </a:t>
            </a:r>
            <a:r>
              <a:rPr lang="en-US" sz="2200" dirty="0" err="1">
                <a:solidFill>
                  <a:schemeClr val="dk1"/>
                </a:solidFill>
              </a:rPr>
              <a:t>DigitalOcean</a:t>
            </a:r>
            <a:r>
              <a:rPr lang="en-US" sz="2200" dirty="0">
                <a:solidFill>
                  <a:schemeClr val="dk1"/>
                </a:solidFill>
              </a:rPr>
              <a:t> Blog, 15 Dec. 2023.</a:t>
            </a:r>
            <a:endParaRPr sz="2200" dirty="0">
              <a:solidFill>
                <a:schemeClr val="dk1"/>
              </a:solidFill>
            </a:endParaRPr>
          </a:p>
          <a:p>
            <a:pPr marL="457200" lvl="0" indent="-368300" algn="l" rtl="0">
              <a:lnSpc>
                <a:spcPct val="115000"/>
              </a:lnSpc>
              <a:spcBef>
                <a:spcPts val="0"/>
              </a:spcBef>
              <a:spcAft>
                <a:spcPts val="0"/>
              </a:spcAft>
              <a:buClr>
                <a:schemeClr val="dk1"/>
              </a:buClr>
              <a:buSzPts val="2200"/>
              <a:buChar char="●"/>
            </a:pPr>
            <a:r>
              <a:rPr lang="en-US" sz="2200" dirty="0">
                <a:solidFill>
                  <a:schemeClr val="dk1"/>
                </a:solidFill>
              </a:rPr>
              <a:t>NVIDIA. “Working with Quantized Types.” </a:t>
            </a:r>
            <a:r>
              <a:rPr lang="en-US" sz="2200" i="1" dirty="0">
                <a:solidFill>
                  <a:schemeClr val="dk1"/>
                </a:solidFill>
              </a:rPr>
              <a:t>Working with Quantized Types - NVIDIA </a:t>
            </a:r>
            <a:r>
              <a:rPr lang="en-US" sz="2200" i="1" dirty="0" err="1">
                <a:solidFill>
                  <a:schemeClr val="dk1"/>
                </a:solidFill>
              </a:rPr>
              <a:t>TensorRT</a:t>
            </a:r>
            <a:r>
              <a:rPr lang="en-US" sz="2200" dirty="0">
                <a:solidFill>
                  <a:schemeClr val="dk1"/>
                </a:solidFill>
              </a:rPr>
              <a:t>, 7 Apr. 2026.</a:t>
            </a:r>
            <a:endParaRPr sz="2200" dirty="0">
              <a:solidFill>
                <a:schemeClr val="dk1"/>
              </a:solidFill>
            </a:endParaRPr>
          </a:p>
          <a:p>
            <a:pPr marL="457200" lvl="0" indent="-368300" algn="l" rtl="0">
              <a:lnSpc>
                <a:spcPct val="115000"/>
              </a:lnSpc>
              <a:spcBef>
                <a:spcPts val="0"/>
              </a:spcBef>
              <a:spcAft>
                <a:spcPts val="0"/>
              </a:spcAft>
              <a:buClr>
                <a:schemeClr val="dk1"/>
              </a:buClr>
              <a:buSzPts val="2200"/>
              <a:buChar char="●"/>
            </a:pPr>
            <a:r>
              <a:rPr lang="en-US" sz="2200" dirty="0" err="1">
                <a:solidFill>
                  <a:schemeClr val="dk1"/>
                </a:solidFill>
              </a:rPr>
              <a:t>Ultralytics</a:t>
            </a:r>
            <a:r>
              <a:rPr lang="en-US" sz="2200" dirty="0">
                <a:solidFill>
                  <a:schemeClr val="dk1"/>
                </a:solidFill>
              </a:rPr>
              <a:t>. “Comprehensive Guide to </a:t>
            </a:r>
            <a:r>
              <a:rPr lang="en-US" sz="2200" dirty="0" err="1">
                <a:solidFill>
                  <a:schemeClr val="dk1"/>
                </a:solidFill>
              </a:rPr>
              <a:t>Ultralytics</a:t>
            </a:r>
            <a:r>
              <a:rPr lang="en-US" sz="2200" dirty="0">
                <a:solidFill>
                  <a:schemeClr val="dk1"/>
                </a:solidFill>
              </a:rPr>
              <a:t> YOLOv5.” </a:t>
            </a:r>
            <a:r>
              <a:rPr lang="en-US" sz="2200" i="1" dirty="0" err="1">
                <a:solidFill>
                  <a:schemeClr val="dk1"/>
                </a:solidFill>
              </a:rPr>
              <a:t>Ultralytics</a:t>
            </a:r>
            <a:r>
              <a:rPr lang="en-US" sz="2200" i="1" dirty="0">
                <a:solidFill>
                  <a:schemeClr val="dk1"/>
                </a:solidFill>
              </a:rPr>
              <a:t> YOLO Docs</a:t>
            </a:r>
            <a:r>
              <a:rPr lang="en-US" sz="2200" dirty="0">
                <a:solidFill>
                  <a:schemeClr val="dk1"/>
                </a:solidFill>
              </a:rPr>
              <a:t>, 7 Apr. 2026.</a:t>
            </a:r>
            <a:endParaRPr sz="2200" dirty="0">
              <a:solidFill>
                <a:schemeClr val="dk1"/>
              </a:solidFill>
            </a:endParaRPr>
          </a:p>
        </p:txBody>
      </p:sp>
      <p:sp>
        <p:nvSpPr>
          <p:cNvPr id="61" name="Google Shape;61;g3d70df7b2ae_0_32"/>
          <p:cNvSpPr txBox="1"/>
          <p:nvPr/>
        </p:nvSpPr>
        <p:spPr>
          <a:xfrm>
            <a:off x="1162850" y="7527950"/>
            <a:ext cx="11552100" cy="1071000"/>
          </a:xfrm>
          <a:prstGeom prst="rect">
            <a:avLst/>
          </a:prstGeom>
          <a:solidFill>
            <a:srgbClr val="760000"/>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5000">
                <a:solidFill>
                  <a:srgbClr val="FFFFFF"/>
                </a:solidFill>
              </a:rPr>
              <a:t>MOTIVATION</a:t>
            </a:r>
            <a:endParaRPr sz="5000">
              <a:solidFill>
                <a:srgbClr val="FFFFFF"/>
              </a:solidFill>
            </a:endParaRPr>
          </a:p>
        </p:txBody>
      </p:sp>
      <p:sp>
        <p:nvSpPr>
          <p:cNvPr id="62" name="Google Shape;62;g3d70df7b2ae_0_32"/>
          <p:cNvSpPr txBox="1"/>
          <p:nvPr/>
        </p:nvSpPr>
        <p:spPr>
          <a:xfrm>
            <a:off x="1197350" y="8675150"/>
            <a:ext cx="11483100" cy="10859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3800"/>
              <a:t>Orbital object detection is a vital aspect of space operations, particularly for identifying satellite components. Convolutional Neural Networks (CNNs) are typically used for such operations by running on-board models directly on satellite systems. However, a new neural network architecture, known as Vision Transformers (ViTs), have shown greater effectiveness due to their ability to capture global context. One main issue of deploying systems with such capabilities is resource allocation. One solution is to run models on a Low-SWaP system; however, this results in inefficient performance. To enable efficient ViT operations on Low-SWaP systems, the model must be scaled down through quantization, enabling the achievement of  High Autonomous Low-SWaP Operations.</a:t>
            </a:r>
            <a:endParaRPr sz="3800"/>
          </a:p>
        </p:txBody>
      </p:sp>
      <p:grpSp>
        <p:nvGrpSpPr>
          <p:cNvPr id="63" name="Google Shape;63;g3d70df7b2ae_0_32"/>
          <p:cNvGrpSpPr/>
          <p:nvPr/>
        </p:nvGrpSpPr>
        <p:grpSpPr>
          <a:xfrm>
            <a:off x="31105140" y="8917966"/>
            <a:ext cx="11588709" cy="3367697"/>
            <a:chOff x="31105140" y="8646504"/>
            <a:chExt cx="11588709" cy="3367697"/>
          </a:xfrm>
        </p:grpSpPr>
        <p:pic>
          <p:nvPicPr>
            <p:cNvPr id="64" name="Google Shape;64;g3d70df7b2ae_0_32" title="v5s-std.png"/>
            <p:cNvPicPr preferRelativeResize="0"/>
            <p:nvPr/>
          </p:nvPicPr>
          <p:blipFill rotWithShape="1">
            <a:blip r:embed="rId3">
              <a:alphaModFix/>
            </a:blip>
            <a:srcRect t="40669" b="37850"/>
            <a:stretch/>
          </p:blipFill>
          <p:spPr>
            <a:xfrm>
              <a:off x="31141750" y="9306100"/>
              <a:ext cx="11552099" cy="2708100"/>
            </a:xfrm>
            <a:prstGeom prst="rect">
              <a:avLst/>
            </a:prstGeom>
            <a:noFill/>
            <a:ln>
              <a:noFill/>
            </a:ln>
          </p:spPr>
        </p:pic>
        <p:sp>
          <p:nvSpPr>
            <p:cNvPr id="65" name="Google Shape;65;g3d70df7b2ae_0_32"/>
            <p:cNvSpPr txBox="1"/>
            <p:nvPr/>
          </p:nvSpPr>
          <p:spPr>
            <a:xfrm>
              <a:off x="31105140" y="8646504"/>
              <a:ext cx="4941600" cy="769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3800">
                  <a:solidFill>
                    <a:schemeClr val="dk1"/>
                  </a:solidFill>
                </a:rPr>
                <a:t>YOLOv5s | vis=0.350</a:t>
              </a:r>
              <a:endParaRPr/>
            </a:p>
          </p:txBody>
        </p:sp>
      </p:grpSp>
      <p:grpSp>
        <p:nvGrpSpPr>
          <p:cNvPr id="66" name="Google Shape;66;g3d70df7b2ae_0_32"/>
          <p:cNvGrpSpPr/>
          <p:nvPr/>
        </p:nvGrpSpPr>
        <p:grpSpPr>
          <a:xfrm>
            <a:off x="31176275" y="12858861"/>
            <a:ext cx="11483100" cy="3415133"/>
            <a:chOff x="31176275" y="12466950"/>
            <a:chExt cx="11483100" cy="3415133"/>
          </a:xfrm>
        </p:grpSpPr>
        <p:pic>
          <p:nvPicPr>
            <p:cNvPr id="67" name="Google Shape;67;g3d70df7b2ae_0_32" title="v5s-red.png"/>
            <p:cNvPicPr preferRelativeResize="0"/>
            <p:nvPr/>
          </p:nvPicPr>
          <p:blipFill rotWithShape="1">
            <a:blip r:embed="rId4">
              <a:alphaModFix/>
            </a:blip>
            <a:srcRect t="40912" b="37478"/>
            <a:stretch/>
          </p:blipFill>
          <p:spPr>
            <a:xfrm>
              <a:off x="31176275" y="13173983"/>
              <a:ext cx="11483100" cy="2708100"/>
            </a:xfrm>
            <a:prstGeom prst="rect">
              <a:avLst/>
            </a:prstGeom>
            <a:noFill/>
            <a:ln>
              <a:noFill/>
            </a:ln>
          </p:spPr>
        </p:pic>
        <p:sp>
          <p:nvSpPr>
            <p:cNvPr id="68" name="Google Shape;68;g3d70df7b2ae_0_32"/>
            <p:cNvSpPr txBox="1"/>
            <p:nvPr/>
          </p:nvSpPr>
          <p:spPr>
            <a:xfrm>
              <a:off x="31176282" y="12466950"/>
              <a:ext cx="8510100" cy="769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3800">
                  <a:solidFill>
                    <a:schemeClr val="dk1"/>
                  </a:solidFill>
                </a:rPr>
                <a:t>YOLOv5s (Reduced) | vis=0.350</a:t>
              </a:r>
              <a:endParaRPr/>
            </a:p>
          </p:txBody>
        </p:sp>
      </p:grpSp>
      <p:grpSp>
        <p:nvGrpSpPr>
          <p:cNvPr id="69" name="Google Shape;69;g3d70df7b2ae_0_32"/>
          <p:cNvGrpSpPr/>
          <p:nvPr/>
        </p:nvGrpSpPr>
        <p:grpSpPr>
          <a:xfrm>
            <a:off x="31176240" y="16847193"/>
            <a:ext cx="11483135" cy="3345209"/>
            <a:chOff x="31176240" y="17736791"/>
            <a:chExt cx="11483135" cy="3345209"/>
          </a:xfrm>
        </p:grpSpPr>
        <p:pic>
          <p:nvPicPr>
            <p:cNvPr id="70" name="Google Shape;70;g3d70df7b2ae_0_32" title="v5s-std.png"/>
            <p:cNvPicPr preferRelativeResize="0"/>
            <p:nvPr/>
          </p:nvPicPr>
          <p:blipFill rotWithShape="1">
            <a:blip r:embed="rId3">
              <a:alphaModFix/>
            </a:blip>
            <a:srcRect t="40912" b="37478"/>
            <a:stretch/>
          </p:blipFill>
          <p:spPr>
            <a:xfrm>
              <a:off x="31176275" y="18373900"/>
              <a:ext cx="11483100" cy="2708100"/>
            </a:xfrm>
            <a:prstGeom prst="rect">
              <a:avLst/>
            </a:prstGeom>
            <a:noFill/>
            <a:ln>
              <a:noFill/>
            </a:ln>
          </p:spPr>
        </p:pic>
        <p:sp>
          <p:nvSpPr>
            <p:cNvPr id="71" name="Google Shape;71;g3d70df7b2ae_0_32"/>
            <p:cNvSpPr txBox="1"/>
            <p:nvPr/>
          </p:nvSpPr>
          <p:spPr>
            <a:xfrm>
              <a:off x="31176240" y="17736791"/>
              <a:ext cx="4941600" cy="769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3800">
                  <a:solidFill>
                    <a:schemeClr val="dk1"/>
                  </a:solidFill>
                </a:rPr>
                <a:t>YOLOv5n | vis=0.350</a:t>
              </a:r>
              <a:endParaRPr/>
            </a:p>
          </p:txBody>
        </p:sp>
      </p:grpSp>
      <p:grpSp>
        <p:nvGrpSpPr>
          <p:cNvPr id="72" name="Google Shape;72;g3d70df7b2ae_0_32"/>
          <p:cNvGrpSpPr/>
          <p:nvPr/>
        </p:nvGrpSpPr>
        <p:grpSpPr>
          <a:xfrm>
            <a:off x="31141740" y="20765601"/>
            <a:ext cx="11517635" cy="3392267"/>
            <a:chOff x="31141740" y="21173766"/>
            <a:chExt cx="11517635" cy="3392267"/>
          </a:xfrm>
        </p:grpSpPr>
        <p:pic>
          <p:nvPicPr>
            <p:cNvPr id="73" name="Google Shape;73;g3d70df7b2ae_0_32" title="fp32.png"/>
            <p:cNvPicPr preferRelativeResize="0"/>
            <p:nvPr/>
          </p:nvPicPr>
          <p:blipFill rotWithShape="1">
            <a:blip r:embed="rId5">
              <a:alphaModFix/>
            </a:blip>
            <a:srcRect t="40912" b="37478"/>
            <a:stretch/>
          </p:blipFill>
          <p:spPr>
            <a:xfrm>
              <a:off x="31176275" y="21857933"/>
              <a:ext cx="11483100" cy="2708100"/>
            </a:xfrm>
            <a:prstGeom prst="rect">
              <a:avLst/>
            </a:prstGeom>
            <a:noFill/>
            <a:ln>
              <a:noFill/>
            </a:ln>
          </p:spPr>
        </p:pic>
        <p:sp>
          <p:nvSpPr>
            <p:cNvPr id="74" name="Google Shape;74;g3d70df7b2ae_0_32"/>
            <p:cNvSpPr txBox="1"/>
            <p:nvPr/>
          </p:nvSpPr>
          <p:spPr>
            <a:xfrm>
              <a:off x="31141740" y="21173766"/>
              <a:ext cx="4941600" cy="769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3800">
                  <a:solidFill>
                    <a:schemeClr val="dk1"/>
                  </a:solidFill>
                </a:rPr>
                <a:t>FP32 ViT | vis=0.350</a:t>
              </a:r>
              <a:endParaRPr/>
            </a:p>
          </p:txBody>
        </p:sp>
      </p:grpSp>
      <p:grpSp>
        <p:nvGrpSpPr>
          <p:cNvPr id="75" name="Google Shape;75;g3d70df7b2ae_0_32"/>
          <p:cNvGrpSpPr/>
          <p:nvPr/>
        </p:nvGrpSpPr>
        <p:grpSpPr>
          <a:xfrm>
            <a:off x="31141740" y="24731066"/>
            <a:ext cx="11552134" cy="3399434"/>
            <a:chOff x="31141740" y="24921566"/>
            <a:chExt cx="11552134" cy="3399434"/>
          </a:xfrm>
        </p:grpSpPr>
        <p:pic>
          <p:nvPicPr>
            <p:cNvPr id="76" name="Google Shape;76;g3d70df7b2ae_0_32" title="fp16.png"/>
            <p:cNvPicPr preferRelativeResize="0"/>
            <p:nvPr/>
          </p:nvPicPr>
          <p:blipFill rotWithShape="1">
            <a:blip r:embed="rId6">
              <a:alphaModFix/>
            </a:blip>
            <a:srcRect t="41273" b="37246"/>
            <a:stretch/>
          </p:blipFill>
          <p:spPr>
            <a:xfrm>
              <a:off x="31141775" y="25612900"/>
              <a:ext cx="11552099" cy="2708100"/>
            </a:xfrm>
            <a:prstGeom prst="rect">
              <a:avLst/>
            </a:prstGeom>
            <a:noFill/>
            <a:ln>
              <a:noFill/>
            </a:ln>
          </p:spPr>
        </p:pic>
        <p:sp>
          <p:nvSpPr>
            <p:cNvPr id="77" name="Google Shape;77;g3d70df7b2ae_0_32"/>
            <p:cNvSpPr txBox="1"/>
            <p:nvPr/>
          </p:nvSpPr>
          <p:spPr>
            <a:xfrm>
              <a:off x="31141740" y="24921566"/>
              <a:ext cx="4941600" cy="769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3800">
                  <a:solidFill>
                    <a:schemeClr val="dk1"/>
                  </a:solidFill>
                </a:rPr>
                <a:t>FP16 ViT | vis=0.350</a:t>
              </a:r>
              <a:endParaRPr/>
            </a:p>
          </p:txBody>
        </p:sp>
      </p:grpSp>
      <p:pic>
        <p:nvPicPr>
          <p:cNvPr id="78" name="Google Shape;78;g3d70df7b2ae_0_32"/>
          <p:cNvPicPr preferRelativeResize="0"/>
          <p:nvPr/>
        </p:nvPicPr>
        <p:blipFill>
          <a:blip r:embed="rId7">
            <a:alphaModFix/>
          </a:blip>
          <a:stretch>
            <a:fillRect/>
          </a:stretch>
        </p:blipFill>
        <p:spPr>
          <a:xfrm>
            <a:off x="13634568" y="7862400"/>
            <a:ext cx="16516469" cy="8411600"/>
          </a:xfrm>
          <a:prstGeom prst="rect">
            <a:avLst/>
          </a:prstGeom>
          <a:noFill/>
          <a:ln>
            <a:noFill/>
          </a:ln>
        </p:spPr>
      </p:pic>
      <p:graphicFrame>
        <p:nvGraphicFramePr>
          <p:cNvPr id="79" name="Google Shape;79;g3d70df7b2ae_0_32"/>
          <p:cNvGraphicFramePr/>
          <p:nvPr/>
        </p:nvGraphicFramePr>
        <p:xfrm>
          <a:off x="13576713" y="17473383"/>
          <a:ext cx="16737775" cy="8411600"/>
        </p:xfrm>
        <a:graphic>
          <a:graphicData uri="http://schemas.openxmlformats.org/drawingml/2006/table">
            <a:tbl>
              <a:tblPr>
                <a:noFill/>
                <a:tableStyleId>{7B967255-448B-4C87-AC04-2112BC9FE464}</a:tableStyleId>
              </a:tblPr>
              <a:tblGrid>
                <a:gridCol w="2530625">
                  <a:extLst>
                    <a:ext uri="{9D8B030D-6E8A-4147-A177-3AD203B41FA5}">
                      <a16:colId xmlns:a16="http://schemas.microsoft.com/office/drawing/2014/main" val="20000"/>
                    </a:ext>
                  </a:extLst>
                </a:gridCol>
                <a:gridCol w="1894675">
                  <a:extLst>
                    <a:ext uri="{9D8B030D-6E8A-4147-A177-3AD203B41FA5}">
                      <a16:colId xmlns:a16="http://schemas.microsoft.com/office/drawing/2014/main" val="20001"/>
                    </a:ext>
                  </a:extLst>
                </a:gridCol>
                <a:gridCol w="2294800">
                  <a:extLst>
                    <a:ext uri="{9D8B030D-6E8A-4147-A177-3AD203B41FA5}">
                      <a16:colId xmlns:a16="http://schemas.microsoft.com/office/drawing/2014/main" val="20002"/>
                    </a:ext>
                  </a:extLst>
                </a:gridCol>
                <a:gridCol w="2536525">
                  <a:extLst>
                    <a:ext uri="{9D8B030D-6E8A-4147-A177-3AD203B41FA5}">
                      <a16:colId xmlns:a16="http://schemas.microsoft.com/office/drawing/2014/main" val="20003"/>
                    </a:ext>
                  </a:extLst>
                </a:gridCol>
                <a:gridCol w="2346700">
                  <a:extLst>
                    <a:ext uri="{9D8B030D-6E8A-4147-A177-3AD203B41FA5}">
                      <a16:colId xmlns:a16="http://schemas.microsoft.com/office/drawing/2014/main" val="20004"/>
                    </a:ext>
                  </a:extLst>
                </a:gridCol>
                <a:gridCol w="3037850">
                  <a:extLst>
                    <a:ext uri="{9D8B030D-6E8A-4147-A177-3AD203B41FA5}">
                      <a16:colId xmlns:a16="http://schemas.microsoft.com/office/drawing/2014/main" val="20005"/>
                    </a:ext>
                  </a:extLst>
                </a:gridCol>
                <a:gridCol w="2096600">
                  <a:extLst>
                    <a:ext uri="{9D8B030D-6E8A-4147-A177-3AD203B41FA5}">
                      <a16:colId xmlns:a16="http://schemas.microsoft.com/office/drawing/2014/main" val="20006"/>
                    </a:ext>
                  </a:extLst>
                </a:gridCol>
              </a:tblGrid>
              <a:tr h="1653975">
                <a:tc>
                  <a:txBody>
                    <a:bodyPr/>
                    <a:lstStyle/>
                    <a:p>
                      <a:pPr marL="0" lvl="0" indent="0" algn="ctr" rtl="0">
                        <a:lnSpc>
                          <a:spcPct val="115000"/>
                        </a:lnSpc>
                        <a:spcBef>
                          <a:spcPts val="0"/>
                        </a:spcBef>
                        <a:spcAft>
                          <a:spcPts val="0"/>
                        </a:spcAft>
                        <a:buNone/>
                      </a:pPr>
                      <a:r>
                        <a:rPr lang="en-US" sz="4300"/>
                        <a:t>Model</a:t>
                      </a:r>
                      <a:endParaRPr sz="4300"/>
                    </a:p>
                  </a:txBody>
                  <a:tcPr marL="28575" marR="28575" marT="19050" marB="19050" anchor="b">
                    <a:lnL w="76200" cap="flat" cmpd="sng">
                      <a:solidFill>
                        <a:srgbClr val="000000"/>
                      </a:solidFill>
                      <a:prstDash val="solid"/>
                      <a:round/>
                      <a:headEnd type="none" w="sm" len="sm"/>
                      <a:tailEnd type="none" w="sm" len="sm"/>
                    </a:lnL>
                    <a:lnR w="76200" cap="flat" cmpd="sng">
                      <a:solidFill>
                        <a:srgbClr val="000000"/>
                      </a:solidFill>
                      <a:prstDash val="solid"/>
                      <a:round/>
                      <a:headEnd type="none" w="sm" len="sm"/>
                      <a:tailEnd type="none" w="sm" len="sm"/>
                    </a:lnR>
                    <a:lnT w="76200" cap="flat" cmpd="sng">
                      <a:solidFill>
                        <a:srgbClr val="000000"/>
                      </a:solidFill>
                      <a:prstDash val="solid"/>
                      <a:round/>
                      <a:headEnd type="none" w="sm" len="sm"/>
                      <a:tailEnd type="none" w="sm" len="sm"/>
                    </a:lnT>
                    <a:lnB w="762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4300"/>
                        <a:t>mAP@0.5</a:t>
                      </a:r>
                      <a:endParaRPr sz="4300"/>
                    </a:p>
                  </a:txBody>
                  <a:tcPr marL="28575" marR="28575" marT="19050" marB="19050" anchor="b">
                    <a:lnL w="76200" cap="flat" cmpd="sng">
                      <a:solidFill>
                        <a:srgbClr val="000000"/>
                      </a:solidFill>
                      <a:prstDash val="solid"/>
                      <a:round/>
                      <a:headEnd type="none" w="sm" len="sm"/>
                      <a:tailEnd type="none" w="sm" len="sm"/>
                    </a:lnL>
                    <a:lnR w="76200" cap="flat" cmpd="sng">
                      <a:solidFill>
                        <a:srgbClr val="000000"/>
                      </a:solidFill>
                      <a:prstDash val="solid"/>
                      <a:round/>
                      <a:headEnd type="none" w="sm" len="sm"/>
                      <a:tailEnd type="none" w="sm" len="sm"/>
                    </a:lnR>
                    <a:lnT w="76200" cap="flat" cmpd="sng">
                      <a:solidFill>
                        <a:srgbClr val="000000"/>
                      </a:solidFill>
                      <a:prstDash val="solid"/>
                      <a:round/>
                      <a:headEnd type="none" w="sm" len="sm"/>
                      <a:tailEnd type="none" w="sm" len="sm"/>
                    </a:lnT>
                    <a:lnB w="762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4300"/>
                        <a:t>mAP@</a:t>
                      </a:r>
                      <a:endParaRPr sz="4300"/>
                    </a:p>
                    <a:p>
                      <a:pPr marL="0" lvl="0" indent="0" algn="ctr" rtl="0">
                        <a:lnSpc>
                          <a:spcPct val="115000"/>
                        </a:lnSpc>
                        <a:spcBef>
                          <a:spcPts val="0"/>
                        </a:spcBef>
                        <a:spcAft>
                          <a:spcPts val="0"/>
                        </a:spcAft>
                        <a:buNone/>
                      </a:pPr>
                      <a:r>
                        <a:rPr lang="en-US" sz="4300"/>
                        <a:t>[.50:.95]</a:t>
                      </a:r>
                      <a:endParaRPr sz="4300"/>
                    </a:p>
                  </a:txBody>
                  <a:tcPr marL="28575" marR="28575" marT="19050" marB="19050" anchor="b">
                    <a:lnL w="76200" cap="flat" cmpd="sng">
                      <a:solidFill>
                        <a:srgbClr val="000000"/>
                      </a:solidFill>
                      <a:prstDash val="solid"/>
                      <a:round/>
                      <a:headEnd type="none" w="sm" len="sm"/>
                      <a:tailEnd type="none" w="sm" len="sm"/>
                    </a:lnL>
                    <a:lnR w="76200" cap="flat" cmpd="sng">
                      <a:solidFill>
                        <a:srgbClr val="000000"/>
                      </a:solidFill>
                      <a:prstDash val="solid"/>
                      <a:round/>
                      <a:headEnd type="none" w="sm" len="sm"/>
                      <a:tailEnd type="none" w="sm" len="sm"/>
                    </a:lnR>
                    <a:lnT w="76200" cap="flat" cmpd="sng">
                      <a:solidFill>
                        <a:srgbClr val="000000"/>
                      </a:solidFill>
                      <a:prstDash val="solid"/>
                      <a:round/>
                      <a:headEnd type="none" w="sm" len="sm"/>
                      <a:tailEnd type="none" w="sm" len="sm"/>
                    </a:lnT>
                    <a:lnB w="762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4300"/>
                        <a:t>GFLOPs</a:t>
                      </a:r>
                      <a:endParaRPr sz="4300"/>
                    </a:p>
                  </a:txBody>
                  <a:tcPr marL="28575" marR="28575" marT="19050" marB="19050" anchor="b">
                    <a:lnL w="76200" cap="flat" cmpd="sng">
                      <a:solidFill>
                        <a:srgbClr val="000000"/>
                      </a:solidFill>
                      <a:prstDash val="solid"/>
                      <a:round/>
                      <a:headEnd type="none" w="sm" len="sm"/>
                      <a:tailEnd type="none" w="sm" len="sm"/>
                    </a:lnL>
                    <a:lnR w="76200" cap="flat" cmpd="sng">
                      <a:solidFill>
                        <a:srgbClr val="000000"/>
                      </a:solidFill>
                      <a:prstDash val="solid"/>
                      <a:round/>
                      <a:headEnd type="none" w="sm" len="sm"/>
                      <a:tailEnd type="none" w="sm" len="sm"/>
                    </a:lnR>
                    <a:lnT w="76200" cap="flat" cmpd="sng">
                      <a:solidFill>
                        <a:srgbClr val="000000"/>
                      </a:solidFill>
                      <a:prstDash val="solid"/>
                      <a:round/>
                      <a:headEnd type="none" w="sm" len="sm"/>
                      <a:tailEnd type="none" w="sm" len="sm"/>
                    </a:lnT>
                    <a:lnB w="762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4300"/>
                        <a:t>Model Size</a:t>
                      </a:r>
                      <a:r>
                        <a:rPr lang="en-US" sz="3300"/>
                        <a:t> </a:t>
                      </a:r>
                      <a:r>
                        <a:rPr lang="en-US" sz="3000"/>
                        <a:t>(MB)</a:t>
                      </a:r>
                      <a:endParaRPr sz="3000"/>
                    </a:p>
                  </a:txBody>
                  <a:tcPr marL="28575" marR="28575" marT="19050" marB="19050" anchor="b">
                    <a:lnL w="76200" cap="flat" cmpd="sng">
                      <a:solidFill>
                        <a:srgbClr val="000000"/>
                      </a:solidFill>
                      <a:prstDash val="solid"/>
                      <a:round/>
                      <a:headEnd type="none" w="sm" len="sm"/>
                      <a:tailEnd type="none" w="sm" len="sm"/>
                    </a:lnL>
                    <a:lnR w="76200" cap="flat" cmpd="sng">
                      <a:solidFill>
                        <a:srgbClr val="000000"/>
                      </a:solidFill>
                      <a:prstDash val="solid"/>
                      <a:round/>
                      <a:headEnd type="none" w="sm" len="sm"/>
                      <a:tailEnd type="none" w="sm" len="sm"/>
                    </a:lnR>
                    <a:lnT w="76200" cap="flat" cmpd="sng">
                      <a:solidFill>
                        <a:srgbClr val="000000"/>
                      </a:solidFill>
                      <a:prstDash val="solid"/>
                      <a:round/>
                      <a:headEnd type="none" w="sm" len="sm"/>
                      <a:tailEnd type="none" w="sm" len="sm"/>
                    </a:lnT>
                    <a:lnB w="762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4300"/>
                        <a:t>Runtime Memory</a:t>
                      </a:r>
                      <a:r>
                        <a:rPr lang="en-US" sz="3300"/>
                        <a:t> </a:t>
                      </a:r>
                      <a:r>
                        <a:rPr lang="en-US" sz="3000"/>
                        <a:t>(MB)</a:t>
                      </a:r>
                      <a:endParaRPr sz="3000"/>
                    </a:p>
                  </a:txBody>
                  <a:tcPr marL="28575" marR="28575" marT="19050" marB="19050" anchor="b">
                    <a:lnL w="76200" cap="flat" cmpd="sng">
                      <a:solidFill>
                        <a:srgbClr val="000000"/>
                      </a:solidFill>
                      <a:prstDash val="solid"/>
                      <a:round/>
                      <a:headEnd type="none" w="sm" len="sm"/>
                      <a:tailEnd type="none" w="sm" len="sm"/>
                    </a:lnL>
                    <a:lnR w="76200" cap="flat" cmpd="sng">
                      <a:solidFill>
                        <a:schemeClr val="dk1"/>
                      </a:solidFill>
                      <a:prstDash val="solid"/>
                      <a:round/>
                      <a:headEnd type="none" w="sm" len="sm"/>
                      <a:tailEnd type="none" w="sm" len="sm"/>
                    </a:lnR>
                    <a:lnT w="76200" cap="flat" cmpd="sng">
                      <a:solidFill>
                        <a:srgbClr val="000000"/>
                      </a:solidFill>
                      <a:prstDash val="solid"/>
                      <a:round/>
                      <a:headEnd type="none" w="sm" len="sm"/>
                      <a:tailEnd type="none" w="sm" len="sm"/>
                    </a:lnT>
                    <a:lnB w="762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4300"/>
                        <a:t>FPS</a:t>
                      </a:r>
                      <a:endParaRPr sz="4300"/>
                    </a:p>
                  </a:txBody>
                  <a:tcPr marL="28575" marR="28575" marT="19050" marB="19050" anchor="b">
                    <a:lnL w="76200" cap="flat" cmpd="sng">
                      <a:solidFill>
                        <a:schemeClr val="dk1"/>
                      </a:solidFill>
                      <a:prstDash val="solid"/>
                      <a:round/>
                      <a:headEnd type="none" w="sm" len="sm"/>
                      <a:tailEnd type="none" w="sm" len="sm"/>
                    </a:lnL>
                    <a:lnR w="76200" cap="flat" cmpd="sng">
                      <a:solidFill>
                        <a:schemeClr val="dk1"/>
                      </a:solidFill>
                      <a:prstDash val="solid"/>
                      <a:round/>
                      <a:headEnd type="none" w="sm" len="sm"/>
                      <a:tailEnd type="none" w="sm" len="sm"/>
                    </a:lnR>
                    <a:lnT w="76200" cap="flat" cmpd="sng">
                      <a:solidFill>
                        <a:schemeClr val="dk1"/>
                      </a:solidFill>
                      <a:prstDash val="solid"/>
                      <a:round/>
                      <a:headEnd type="none" w="sm" len="sm"/>
                      <a:tailEnd type="none" w="sm" len="sm"/>
                    </a:lnT>
                    <a:lnB w="762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199725">
                <a:tc>
                  <a:txBody>
                    <a:bodyPr/>
                    <a:lstStyle/>
                    <a:p>
                      <a:pPr marL="0" lvl="0" indent="0" algn="ctr" rtl="0">
                        <a:lnSpc>
                          <a:spcPct val="115000"/>
                        </a:lnSpc>
                        <a:spcBef>
                          <a:spcPts val="0"/>
                        </a:spcBef>
                        <a:spcAft>
                          <a:spcPts val="0"/>
                        </a:spcAft>
                        <a:buNone/>
                      </a:pPr>
                      <a:r>
                        <a:rPr lang="en-US" sz="4300"/>
                        <a:t>YOLOv5s</a:t>
                      </a:r>
                      <a:endParaRPr sz="4300"/>
                    </a:p>
                  </a:txBody>
                  <a:tcPr marL="28575" marR="28575" marT="19050" marB="19050" anchor="b">
                    <a:lnL w="76200" cap="flat" cmpd="sng">
                      <a:solidFill>
                        <a:srgbClr val="000000"/>
                      </a:solidFill>
                      <a:prstDash val="solid"/>
                      <a:round/>
                      <a:headEnd type="none" w="sm" len="sm"/>
                      <a:tailEnd type="none" w="sm" len="sm"/>
                    </a:lnL>
                    <a:lnR w="76200" cap="flat" cmpd="sng">
                      <a:solidFill>
                        <a:srgbClr val="000000"/>
                      </a:solidFill>
                      <a:prstDash val="solid"/>
                      <a:round/>
                      <a:headEnd type="none" w="sm" len="sm"/>
                      <a:tailEnd type="none" w="sm" len="sm"/>
                    </a:lnR>
                    <a:lnT w="76200" cap="flat" cmpd="sng">
                      <a:solidFill>
                        <a:srgbClr val="000000"/>
                      </a:solidFill>
                      <a:prstDash val="solid"/>
                      <a:round/>
                      <a:headEnd type="none" w="sm" len="sm"/>
                      <a:tailEnd type="none" w="sm" len="sm"/>
                    </a:lnT>
                    <a:lnB w="762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4300"/>
                        <a:t>0.853</a:t>
                      </a:r>
                      <a:endParaRPr sz="4300"/>
                    </a:p>
                  </a:txBody>
                  <a:tcPr marL="28575" marR="28575" marT="19050" marB="19050" anchor="b">
                    <a:lnL w="76200" cap="flat" cmpd="sng">
                      <a:solidFill>
                        <a:srgbClr val="000000"/>
                      </a:solidFill>
                      <a:prstDash val="solid"/>
                      <a:round/>
                      <a:headEnd type="none" w="sm" len="sm"/>
                      <a:tailEnd type="none" w="sm" len="sm"/>
                    </a:lnL>
                    <a:lnR w="76200" cap="flat" cmpd="sng">
                      <a:solidFill>
                        <a:srgbClr val="000000"/>
                      </a:solidFill>
                      <a:prstDash val="solid"/>
                      <a:round/>
                      <a:headEnd type="none" w="sm" len="sm"/>
                      <a:tailEnd type="none" w="sm" len="sm"/>
                    </a:lnR>
                    <a:lnT w="76200" cap="flat" cmpd="sng">
                      <a:solidFill>
                        <a:srgbClr val="000000"/>
                      </a:solidFill>
                      <a:prstDash val="solid"/>
                      <a:round/>
                      <a:headEnd type="none" w="sm" len="sm"/>
                      <a:tailEnd type="none" w="sm" len="sm"/>
                    </a:lnT>
                    <a:lnB w="76200" cap="flat" cmpd="sng">
                      <a:solidFill>
                        <a:srgbClr val="000000"/>
                      </a:solidFill>
                      <a:prstDash val="solid"/>
                      <a:round/>
                      <a:headEnd type="none" w="sm" len="sm"/>
                      <a:tailEnd type="none" w="sm" len="sm"/>
                    </a:lnB>
                    <a:solidFill>
                      <a:srgbClr val="57BB8A"/>
                    </a:solidFill>
                  </a:tcPr>
                </a:tc>
                <a:tc>
                  <a:txBody>
                    <a:bodyPr/>
                    <a:lstStyle/>
                    <a:p>
                      <a:pPr marL="0" lvl="0" indent="0" algn="ctr" rtl="0">
                        <a:lnSpc>
                          <a:spcPct val="115000"/>
                        </a:lnSpc>
                        <a:spcBef>
                          <a:spcPts val="0"/>
                        </a:spcBef>
                        <a:spcAft>
                          <a:spcPts val="0"/>
                        </a:spcAft>
                        <a:buNone/>
                      </a:pPr>
                      <a:r>
                        <a:rPr lang="en-US" sz="4300"/>
                        <a:t>0.667</a:t>
                      </a:r>
                      <a:endParaRPr sz="4300"/>
                    </a:p>
                  </a:txBody>
                  <a:tcPr marL="28575" marR="28575" marT="19050" marB="19050" anchor="b">
                    <a:lnL w="76200" cap="flat" cmpd="sng">
                      <a:solidFill>
                        <a:srgbClr val="000000"/>
                      </a:solidFill>
                      <a:prstDash val="solid"/>
                      <a:round/>
                      <a:headEnd type="none" w="sm" len="sm"/>
                      <a:tailEnd type="none" w="sm" len="sm"/>
                    </a:lnL>
                    <a:lnR w="76200" cap="flat" cmpd="sng">
                      <a:solidFill>
                        <a:srgbClr val="000000"/>
                      </a:solidFill>
                      <a:prstDash val="solid"/>
                      <a:round/>
                      <a:headEnd type="none" w="sm" len="sm"/>
                      <a:tailEnd type="none" w="sm" len="sm"/>
                    </a:lnR>
                    <a:lnT w="76200" cap="flat" cmpd="sng">
                      <a:solidFill>
                        <a:srgbClr val="000000"/>
                      </a:solidFill>
                      <a:prstDash val="solid"/>
                      <a:round/>
                      <a:headEnd type="none" w="sm" len="sm"/>
                      <a:tailEnd type="none" w="sm" len="sm"/>
                    </a:lnT>
                    <a:lnB w="76200" cap="flat" cmpd="sng">
                      <a:solidFill>
                        <a:srgbClr val="000000"/>
                      </a:solidFill>
                      <a:prstDash val="solid"/>
                      <a:round/>
                      <a:headEnd type="none" w="sm" len="sm"/>
                      <a:tailEnd type="none" w="sm" len="sm"/>
                    </a:lnB>
                    <a:solidFill>
                      <a:srgbClr val="57BB8A"/>
                    </a:solidFill>
                  </a:tcPr>
                </a:tc>
                <a:tc>
                  <a:txBody>
                    <a:bodyPr/>
                    <a:lstStyle/>
                    <a:p>
                      <a:pPr marL="0" lvl="0" indent="0" algn="ctr" rtl="0">
                        <a:lnSpc>
                          <a:spcPct val="115000"/>
                        </a:lnSpc>
                        <a:spcBef>
                          <a:spcPts val="0"/>
                        </a:spcBef>
                        <a:spcAft>
                          <a:spcPts val="0"/>
                        </a:spcAft>
                        <a:buNone/>
                      </a:pPr>
                      <a:r>
                        <a:rPr lang="en-US" sz="4300"/>
                        <a:t>15.8</a:t>
                      </a:r>
                      <a:endParaRPr sz="4300"/>
                    </a:p>
                  </a:txBody>
                  <a:tcPr marL="28575" marR="28575" marT="19050" marB="19050" anchor="b">
                    <a:lnL w="76200" cap="flat" cmpd="sng">
                      <a:solidFill>
                        <a:srgbClr val="000000"/>
                      </a:solidFill>
                      <a:prstDash val="solid"/>
                      <a:round/>
                      <a:headEnd type="none" w="sm" len="sm"/>
                      <a:tailEnd type="none" w="sm" len="sm"/>
                    </a:lnL>
                    <a:lnR w="76200" cap="flat" cmpd="sng">
                      <a:solidFill>
                        <a:srgbClr val="000000"/>
                      </a:solidFill>
                      <a:prstDash val="solid"/>
                      <a:round/>
                      <a:headEnd type="none" w="sm" len="sm"/>
                      <a:tailEnd type="none" w="sm" len="sm"/>
                    </a:lnR>
                    <a:lnT w="76200" cap="flat" cmpd="sng">
                      <a:solidFill>
                        <a:srgbClr val="000000"/>
                      </a:solidFill>
                      <a:prstDash val="solid"/>
                      <a:round/>
                      <a:headEnd type="none" w="sm" len="sm"/>
                      <a:tailEnd type="none" w="sm" len="sm"/>
                    </a:lnT>
                    <a:lnB w="76200" cap="flat" cmpd="sng">
                      <a:solidFill>
                        <a:srgbClr val="000000"/>
                      </a:solidFill>
                      <a:prstDash val="solid"/>
                      <a:round/>
                      <a:headEnd type="none" w="sm" len="sm"/>
                      <a:tailEnd type="none" w="sm" len="sm"/>
                    </a:lnB>
                    <a:solidFill>
                      <a:srgbClr val="EC968F"/>
                    </a:solidFill>
                  </a:tcPr>
                </a:tc>
                <a:tc>
                  <a:txBody>
                    <a:bodyPr/>
                    <a:lstStyle/>
                    <a:p>
                      <a:pPr marL="0" lvl="0" indent="0" algn="ctr" rtl="0">
                        <a:lnSpc>
                          <a:spcPct val="115000"/>
                        </a:lnSpc>
                        <a:spcBef>
                          <a:spcPts val="0"/>
                        </a:spcBef>
                        <a:spcAft>
                          <a:spcPts val="0"/>
                        </a:spcAft>
                        <a:buNone/>
                      </a:pPr>
                      <a:r>
                        <a:rPr lang="en-US" sz="4300"/>
                        <a:t>26.82</a:t>
                      </a:r>
                      <a:endParaRPr sz="4300"/>
                    </a:p>
                  </a:txBody>
                  <a:tcPr marL="28575" marR="28575" marT="19050" marB="19050" anchor="b">
                    <a:lnL w="76200" cap="flat" cmpd="sng">
                      <a:solidFill>
                        <a:srgbClr val="000000"/>
                      </a:solidFill>
                      <a:prstDash val="solid"/>
                      <a:round/>
                      <a:headEnd type="none" w="sm" len="sm"/>
                      <a:tailEnd type="none" w="sm" len="sm"/>
                    </a:lnL>
                    <a:lnR w="76200" cap="flat" cmpd="sng">
                      <a:solidFill>
                        <a:srgbClr val="000000"/>
                      </a:solidFill>
                      <a:prstDash val="solid"/>
                      <a:round/>
                      <a:headEnd type="none" w="sm" len="sm"/>
                      <a:tailEnd type="none" w="sm" len="sm"/>
                    </a:lnR>
                    <a:lnT w="76200" cap="flat" cmpd="sng">
                      <a:solidFill>
                        <a:srgbClr val="000000"/>
                      </a:solidFill>
                      <a:prstDash val="solid"/>
                      <a:round/>
                      <a:headEnd type="none" w="sm" len="sm"/>
                      <a:tailEnd type="none" w="sm" len="sm"/>
                    </a:lnT>
                    <a:lnB w="76200" cap="flat" cmpd="sng">
                      <a:solidFill>
                        <a:srgbClr val="000000"/>
                      </a:solidFill>
                      <a:prstDash val="solid"/>
                      <a:round/>
                      <a:headEnd type="none" w="sm" len="sm"/>
                      <a:tailEnd type="none" w="sm" len="sm"/>
                    </a:lnB>
                    <a:solidFill>
                      <a:srgbClr val="E67C73"/>
                    </a:solidFill>
                  </a:tcPr>
                </a:tc>
                <a:tc>
                  <a:txBody>
                    <a:bodyPr/>
                    <a:lstStyle/>
                    <a:p>
                      <a:pPr marL="0" lvl="0" indent="0" algn="ctr" rtl="0">
                        <a:lnSpc>
                          <a:spcPct val="115000"/>
                        </a:lnSpc>
                        <a:spcBef>
                          <a:spcPts val="0"/>
                        </a:spcBef>
                        <a:spcAft>
                          <a:spcPts val="0"/>
                        </a:spcAft>
                        <a:buNone/>
                      </a:pPr>
                      <a:r>
                        <a:rPr lang="en-US" sz="4300"/>
                        <a:t>230.38</a:t>
                      </a:r>
                      <a:endParaRPr sz="4300"/>
                    </a:p>
                  </a:txBody>
                  <a:tcPr marL="28575" marR="28575" marT="19050" marB="19050" anchor="b">
                    <a:lnL w="76200" cap="flat" cmpd="sng">
                      <a:solidFill>
                        <a:srgbClr val="000000"/>
                      </a:solidFill>
                      <a:prstDash val="solid"/>
                      <a:round/>
                      <a:headEnd type="none" w="sm" len="sm"/>
                      <a:tailEnd type="none" w="sm" len="sm"/>
                    </a:lnL>
                    <a:lnR w="76200" cap="flat" cmpd="sng">
                      <a:solidFill>
                        <a:srgbClr val="000000"/>
                      </a:solidFill>
                      <a:prstDash val="solid"/>
                      <a:round/>
                      <a:headEnd type="none" w="sm" len="sm"/>
                      <a:tailEnd type="none" w="sm" len="sm"/>
                    </a:lnR>
                    <a:lnT w="76200" cap="flat" cmpd="sng">
                      <a:solidFill>
                        <a:srgbClr val="000000"/>
                      </a:solidFill>
                      <a:prstDash val="solid"/>
                      <a:round/>
                      <a:headEnd type="none" w="sm" len="sm"/>
                      <a:tailEnd type="none" w="sm" len="sm"/>
                    </a:lnT>
                    <a:lnB w="76200" cap="flat" cmpd="sng">
                      <a:solidFill>
                        <a:srgbClr val="000000"/>
                      </a:solidFill>
                      <a:prstDash val="solid"/>
                      <a:round/>
                      <a:headEnd type="none" w="sm" len="sm"/>
                      <a:tailEnd type="none" w="sm" len="sm"/>
                    </a:lnB>
                    <a:solidFill>
                      <a:srgbClr val="EFA8A2"/>
                    </a:solidFill>
                  </a:tcPr>
                </a:tc>
                <a:tc>
                  <a:txBody>
                    <a:bodyPr/>
                    <a:lstStyle/>
                    <a:p>
                      <a:pPr marL="0" lvl="0" indent="0" algn="r" rtl="0">
                        <a:lnSpc>
                          <a:spcPct val="115000"/>
                        </a:lnSpc>
                        <a:spcBef>
                          <a:spcPts val="0"/>
                        </a:spcBef>
                        <a:spcAft>
                          <a:spcPts val="0"/>
                        </a:spcAft>
                        <a:buNone/>
                      </a:pPr>
                      <a:r>
                        <a:rPr lang="en-US" sz="4300"/>
                        <a:t>16.066</a:t>
                      </a:r>
                      <a:endParaRPr sz="4300"/>
                    </a:p>
                  </a:txBody>
                  <a:tcPr marL="28575" marR="28575" marT="19050" marB="19050" anchor="b">
                    <a:lnL w="76200" cap="flat" cmpd="sng">
                      <a:solidFill>
                        <a:srgbClr val="000000"/>
                      </a:solidFill>
                      <a:prstDash val="solid"/>
                      <a:round/>
                      <a:headEnd type="none" w="sm" len="sm"/>
                      <a:tailEnd type="none" w="sm" len="sm"/>
                    </a:lnL>
                    <a:lnR w="76200" cap="flat" cmpd="sng">
                      <a:solidFill>
                        <a:srgbClr val="000000"/>
                      </a:solidFill>
                      <a:prstDash val="solid"/>
                      <a:round/>
                      <a:headEnd type="none" w="sm" len="sm"/>
                      <a:tailEnd type="none" w="sm" len="sm"/>
                    </a:lnR>
                    <a:lnT w="76200" cap="flat" cmpd="sng">
                      <a:solidFill>
                        <a:schemeClr val="dk1"/>
                      </a:solidFill>
                      <a:prstDash val="solid"/>
                      <a:round/>
                      <a:headEnd type="none" w="sm" len="sm"/>
                      <a:tailEnd type="none" w="sm" len="sm"/>
                    </a:lnT>
                    <a:lnB w="76200" cap="flat" cmpd="sng">
                      <a:solidFill>
                        <a:srgbClr val="000000"/>
                      </a:solidFill>
                      <a:prstDash val="solid"/>
                      <a:round/>
                      <a:headEnd type="none" w="sm" len="sm"/>
                      <a:tailEnd type="none" w="sm" len="sm"/>
                    </a:lnB>
                    <a:solidFill>
                      <a:srgbClr val="E67C73"/>
                    </a:solidFill>
                  </a:tcPr>
                </a:tc>
                <a:extLst>
                  <a:ext uri="{0D108BD9-81ED-4DB2-BD59-A6C34878D82A}">
                    <a16:rowId xmlns:a16="http://schemas.microsoft.com/office/drawing/2014/main" val="10001"/>
                  </a:ext>
                </a:extLst>
              </a:tr>
              <a:tr h="1787250">
                <a:tc>
                  <a:txBody>
                    <a:bodyPr/>
                    <a:lstStyle/>
                    <a:p>
                      <a:pPr marL="0" lvl="0" indent="0" algn="ctr" rtl="0">
                        <a:lnSpc>
                          <a:spcPct val="115000"/>
                        </a:lnSpc>
                        <a:spcBef>
                          <a:spcPts val="0"/>
                        </a:spcBef>
                        <a:spcAft>
                          <a:spcPts val="0"/>
                        </a:spcAft>
                        <a:buNone/>
                      </a:pPr>
                      <a:r>
                        <a:rPr lang="en-US" sz="4300"/>
                        <a:t>YOLOv5s</a:t>
                      </a:r>
                      <a:endParaRPr sz="4300"/>
                    </a:p>
                    <a:p>
                      <a:pPr marL="0" lvl="0" indent="0" algn="ctr" rtl="0">
                        <a:lnSpc>
                          <a:spcPct val="115000"/>
                        </a:lnSpc>
                        <a:spcBef>
                          <a:spcPts val="0"/>
                        </a:spcBef>
                        <a:spcAft>
                          <a:spcPts val="0"/>
                        </a:spcAft>
                        <a:buNone/>
                      </a:pPr>
                      <a:r>
                        <a:rPr lang="en-US" sz="3300"/>
                        <a:t>(Reduced)</a:t>
                      </a:r>
                      <a:endParaRPr sz="3300"/>
                    </a:p>
                  </a:txBody>
                  <a:tcPr marL="28575" marR="28575" marT="19050" marB="19050" anchor="b">
                    <a:lnL w="76200" cap="flat" cmpd="sng">
                      <a:solidFill>
                        <a:srgbClr val="000000"/>
                      </a:solidFill>
                      <a:prstDash val="solid"/>
                      <a:round/>
                      <a:headEnd type="none" w="sm" len="sm"/>
                      <a:tailEnd type="none" w="sm" len="sm"/>
                    </a:lnL>
                    <a:lnR w="76200" cap="flat" cmpd="sng">
                      <a:solidFill>
                        <a:srgbClr val="000000"/>
                      </a:solidFill>
                      <a:prstDash val="solid"/>
                      <a:round/>
                      <a:headEnd type="none" w="sm" len="sm"/>
                      <a:tailEnd type="none" w="sm" len="sm"/>
                    </a:lnR>
                    <a:lnT w="76200" cap="flat" cmpd="sng">
                      <a:solidFill>
                        <a:srgbClr val="000000"/>
                      </a:solidFill>
                      <a:prstDash val="solid"/>
                      <a:round/>
                      <a:headEnd type="none" w="sm" len="sm"/>
                      <a:tailEnd type="none" w="sm" len="sm"/>
                    </a:lnT>
                    <a:lnB w="762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4300"/>
                        <a:t>0.701</a:t>
                      </a:r>
                      <a:endParaRPr sz="4300"/>
                    </a:p>
                  </a:txBody>
                  <a:tcPr marL="28575" marR="28575" marT="19050" marB="19050" anchor="b">
                    <a:lnL w="76200" cap="flat" cmpd="sng">
                      <a:solidFill>
                        <a:srgbClr val="000000"/>
                      </a:solidFill>
                      <a:prstDash val="solid"/>
                      <a:round/>
                      <a:headEnd type="none" w="sm" len="sm"/>
                      <a:tailEnd type="none" w="sm" len="sm"/>
                    </a:lnL>
                    <a:lnR w="76200" cap="flat" cmpd="sng">
                      <a:solidFill>
                        <a:srgbClr val="000000"/>
                      </a:solidFill>
                      <a:prstDash val="solid"/>
                      <a:round/>
                      <a:headEnd type="none" w="sm" len="sm"/>
                      <a:tailEnd type="none" w="sm" len="sm"/>
                    </a:lnR>
                    <a:lnT w="76200" cap="flat" cmpd="sng">
                      <a:solidFill>
                        <a:srgbClr val="000000"/>
                      </a:solidFill>
                      <a:prstDash val="solid"/>
                      <a:round/>
                      <a:headEnd type="none" w="sm" len="sm"/>
                      <a:tailEnd type="none" w="sm" len="sm"/>
                    </a:lnT>
                    <a:lnB w="76200" cap="flat" cmpd="sng">
                      <a:solidFill>
                        <a:srgbClr val="000000"/>
                      </a:solidFill>
                      <a:prstDash val="solid"/>
                      <a:round/>
                      <a:headEnd type="none" w="sm" len="sm"/>
                      <a:tailEnd type="none" w="sm" len="sm"/>
                    </a:lnB>
                    <a:solidFill>
                      <a:srgbClr val="B7E1CD"/>
                    </a:solidFill>
                  </a:tcPr>
                </a:tc>
                <a:tc>
                  <a:txBody>
                    <a:bodyPr/>
                    <a:lstStyle/>
                    <a:p>
                      <a:pPr marL="0" lvl="0" indent="0" algn="ctr" rtl="0">
                        <a:lnSpc>
                          <a:spcPct val="115000"/>
                        </a:lnSpc>
                        <a:spcBef>
                          <a:spcPts val="0"/>
                        </a:spcBef>
                        <a:spcAft>
                          <a:spcPts val="0"/>
                        </a:spcAft>
                        <a:buNone/>
                      </a:pPr>
                      <a:r>
                        <a:rPr lang="en-US" sz="4300"/>
                        <a:t>0.491</a:t>
                      </a:r>
                      <a:endParaRPr sz="4300"/>
                    </a:p>
                  </a:txBody>
                  <a:tcPr marL="28575" marR="28575" marT="19050" marB="19050" anchor="b">
                    <a:lnL w="76200" cap="flat" cmpd="sng">
                      <a:solidFill>
                        <a:srgbClr val="000000"/>
                      </a:solidFill>
                      <a:prstDash val="solid"/>
                      <a:round/>
                      <a:headEnd type="none" w="sm" len="sm"/>
                      <a:tailEnd type="none" w="sm" len="sm"/>
                    </a:lnL>
                    <a:lnR w="76200" cap="flat" cmpd="sng">
                      <a:solidFill>
                        <a:srgbClr val="000000"/>
                      </a:solidFill>
                      <a:prstDash val="solid"/>
                      <a:round/>
                      <a:headEnd type="none" w="sm" len="sm"/>
                      <a:tailEnd type="none" w="sm" len="sm"/>
                    </a:lnR>
                    <a:lnT w="76200" cap="flat" cmpd="sng">
                      <a:solidFill>
                        <a:srgbClr val="000000"/>
                      </a:solidFill>
                      <a:prstDash val="solid"/>
                      <a:round/>
                      <a:headEnd type="none" w="sm" len="sm"/>
                      <a:tailEnd type="none" w="sm" len="sm"/>
                    </a:lnT>
                    <a:lnB w="76200" cap="flat" cmpd="sng">
                      <a:solidFill>
                        <a:srgbClr val="000000"/>
                      </a:solidFill>
                      <a:prstDash val="solid"/>
                      <a:round/>
                      <a:headEnd type="none" w="sm" len="sm"/>
                      <a:tailEnd type="none" w="sm" len="sm"/>
                    </a:lnB>
                    <a:solidFill>
                      <a:srgbClr val="E3F3E8"/>
                    </a:solidFill>
                  </a:tcPr>
                </a:tc>
                <a:tc>
                  <a:txBody>
                    <a:bodyPr/>
                    <a:lstStyle/>
                    <a:p>
                      <a:pPr marL="0" lvl="0" indent="0" algn="ctr" rtl="0">
                        <a:lnSpc>
                          <a:spcPct val="115000"/>
                        </a:lnSpc>
                        <a:spcBef>
                          <a:spcPts val="0"/>
                        </a:spcBef>
                        <a:spcAft>
                          <a:spcPts val="0"/>
                        </a:spcAft>
                        <a:buNone/>
                      </a:pPr>
                      <a:r>
                        <a:rPr lang="en-US" sz="4300"/>
                        <a:t>10.4</a:t>
                      </a:r>
                      <a:endParaRPr sz="4300"/>
                    </a:p>
                  </a:txBody>
                  <a:tcPr marL="28575" marR="28575" marT="19050" marB="19050" anchor="b">
                    <a:lnL w="76200" cap="flat" cmpd="sng">
                      <a:solidFill>
                        <a:srgbClr val="000000"/>
                      </a:solidFill>
                      <a:prstDash val="solid"/>
                      <a:round/>
                      <a:headEnd type="none" w="sm" len="sm"/>
                      <a:tailEnd type="none" w="sm" len="sm"/>
                    </a:lnL>
                    <a:lnR w="76200" cap="flat" cmpd="sng">
                      <a:solidFill>
                        <a:srgbClr val="000000"/>
                      </a:solidFill>
                      <a:prstDash val="solid"/>
                      <a:round/>
                      <a:headEnd type="none" w="sm" len="sm"/>
                      <a:tailEnd type="none" w="sm" len="sm"/>
                    </a:lnR>
                    <a:lnT w="76200" cap="flat" cmpd="sng">
                      <a:solidFill>
                        <a:srgbClr val="000000"/>
                      </a:solidFill>
                      <a:prstDash val="solid"/>
                      <a:round/>
                      <a:headEnd type="none" w="sm" len="sm"/>
                      <a:tailEnd type="none" w="sm" len="sm"/>
                    </a:lnT>
                    <a:lnB w="76200" cap="flat" cmpd="sng">
                      <a:solidFill>
                        <a:srgbClr val="000000"/>
                      </a:solidFill>
                      <a:prstDash val="solid"/>
                      <a:round/>
                      <a:headEnd type="none" w="sm" len="sm"/>
                      <a:tailEnd type="none" w="sm" len="sm"/>
                    </a:lnB>
                    <a:solidFill>
                      <a:srgbClr val="F4C4BF"/>
                    </a:solidFill>
                  </a:tcPr>
                </a:tc>
                <a:tc>
                  <a:txBody>
                    <a:bodyPr/>
                    <a:lstStyle/>
                    <a:p>
                      <a:pPr marL="0" lvl="0" indent="0" algn="ctr" rtl="0">
                        <a:lnSpc>
                          <a:spcPct val="115000"/>
                        </a:lnSpc>
                        <a:spcBef>
                          <a:spcPts val="0"/>
                        </a:spcBef>
                        <a:spcAft>
                          <a:spcPts val="0"/>
                        </a:spcAft>
                        <a:buNone/>
                      </a:pPr>
                      <a:r>
                        <a:rPr lang="en-US" sz="4300"/>
                        <a:t>14.24</a:t>
                      </a:r>
                      <a:endParaRPr sz="4300"/>
                    </a:p>
                  </a:txBody>
                  <a:tcPr marL="28575" marR="28575" marT="19050" marB="19050" anchor="b">
                    <a:lnL w="76200" cap="flat" cmpd="sng">
                      <a:solidFill>
                        <a:srgbClr val="000000"/>
                      </a:solidFill>
                      <a:prstDash val="solid"/>
                      <a:round/>
                      <a:headEnd type="none" w="sm" len="sm"/>
                      <a:tailEnd type="none" w="sm" len="sm"/>
                    </a:lnL>
                    <a:lnR w="76200" cap="flat" cmpd="sng">
                      <a:solidFill>
                        <a:srgbClr val="000000"/>
                      </a:solidFill>
                      <a:prstDash val="solid"/>
                      <a:round/>
                      <a:headEnd type="none" w="sm" len="sm"/>
                      <a:tailEnd type="none" w="sm" len="sm"/>
                    </a:lnR>
                    <a:lnT w="76200" cap="flat" cmpd="sng">
                      <a:solidFill>
                        <a:srgbClr val="000000"/>
                      </a:solidFill>
                      <a:prstDash val="solid"/>
                      <a:round/>
                      <a:headEnd type="none" w="sm" len="sm"/>
                      <a:tailEnd type="none" w="sm" len="sm"/>
                    </a:lnT>
                    <a:lnB w="76200" cap="flat" cmpd="sng">
                      <a:solidFill>
                        <a:srgbClr val="000000"/>
                      </a:solidFill>
                      <a:prstDash val="solid"/>
                      <a:round/>
                      <a:headEnd type="none" w="sm" len="sm"/>
                      <a:tailEnd type="none" w="sm" len="sm"/>
                    </a:lnB>
                    <a:solidFill>
                      <a:srgbClr val="EFBFBB"/>
                    </a:solidFill>
                  </a:tcPr>
                </a:tc>
                <a:tc>
                  <a:txBody>
                    <a:bodyPr/>
                    <a:lstStyle/>
                    <a:p>
                      <a:pPr marL="0" lvl="0" indent="0" algn="ctr" rtl="0">
                        <a:lnSpc>
                          <a:spcPct val="115000"/>
                        </a:lnSpc>
                        <a:spcBef>
                          <a:spcPts val="0"/>
                        </a:spcBef>
                        <a:spcAft>
                          <a:spcPts val="0"/>
                        </a:spcAft>
                        <a:buNone/>
                      </a:pPr>
                      <a:r>
                        <a:rPr lang="en-US" sz="4300"/>
                        <a:t>184.93</a:t>
                      </a:r>
                      <a:endParaRPr sz="4300"/>
                    </a:p>
                  </a:txBody>
                  <a:tcPr marL="28575" marR="28575" marT="19050" marB="19050" anchor="b">
                    <a:lnL w="76200" cap="flat" cmpd="sng">
                      <a:solidFill>
                        <a:srgbClr val="000000"/>
                      </a:solidFill>
                      <a:prstDash val="solid"/>
                      <a:round/>
                      <a:headEnd type="none" w="sm" len="sm"/>
                      <a:tailEnd type="none" w="sm" len="sm"/>
                    </a:lnL>
                    <a:lnR w="76200" cap="flat" cmpd="sng">
                      <a:solidFill>
                        <a:srgbClr val="000000"/>
                      </a:solidFill>
                      <a:prstDash val="solid"/>
                      <a:round/>
                      <a:headEnd type="none" w="sm" len="sm"/>
                      <a:tailEnd type="none" w="sm" len="sm"/>
                    </a:lnR>
                    <a:lnT w="76200" cap="flat" cmpd="sng">
                      <a:solidFill>
                        <a:srgbClr val="000000"/>
                      </a:solidFill>
                      <a:prstDash val="solid"/>
                      <a:round/>
                      <a:headEnd type="none" w="sm" len="sm"/>
                      <a:tailEnd type="none" w="sm" len="sm"/>
                    </a:lnT>
                    <a:lnB w="76200" cap="flat" cmpd="sng">
                      <a:solidFill>
                        <a:srgbClr val="000000"/>
                      </a:solidFill>
                      <a:prstDash val="solid"/>
                      <a:round/>
                      <a:headEnd type="none" w="sm" len="sm"/>
                      <a:tailEnd type="none" w="sm" len="sm"/>
                    </a:lnB>
                    <a:solidFill>
                      <a:srgbClr val="F4C5C1"/>
                    </a:solidFill>
                  </a:tcPr>
                </a:tc>
                <a:tc>
                  <a:txBody>
                    <a:bodyPr/>
                    <a:lstStyle/>
                    <a:p>
                      <a:pPr marL="0" lvl="0" indent="0" algn="r" rtl="0">
                        <a:lnSpc>
                          <a:spcPct val="115000"/>
                        </a:lnSpc>
                        <a:spcBef>
                          <a:spcPts val="0"/>
                        </a:spcBef>
                        <a:spcAft>
                          <a:spcPts val="0"/>
                        </a:spcAft>
                        <a:buNone/>
                      </a:pPr>
                      <a:r>
                        <a:rPr lang="en-US" sz="4300"/>
                        <a:t>12.9063</a:t>
                      </a:r>
                      <a:endParaRPr sz="4300"/>
                    </a:p>
                  </a:txBody>
                  <a:tcPr marL="28575" marR="28575" marT="19050" marB="19050" anchor="b">
                    <a:lnL w="76200" cap="flat" cmpd="sng">
                      <a:solidFill>
                        <a:srgbClr val="000000"/>
                      </a:solidFill>
                      <a:prstDash val="solid"/>
                      <a:round/>
                      <a:headEnd type="none" w="sm" len="sm"/>
                      <a:tailEnd type="none" w="sm" len="sm"/>
                    </a:lnL>
                    <a:lnR w="76200" cap="flat" cmpd="sng">
                      <a:solidFill>
                        <a:srgbClr val="000000"/>
                      </a:solidFill>
                      <a:prstDash val="solid"/>
                      <a:round/>
                      <a:headEnd type="none" w="sm" len="sm"/>
                      <a:tailEnd type="none" w="sm" len="sm"/>
                    </a:lnR>
                    <a:lnT w="76200" cap="flat" cmpd="sng">
                      <a:solidFill>
                        <a:srgbClr val="000000"/>
                      </a:solidFill>
                      <a:prstDash val="solid"/>
                      <a:round/>
                      <a:headEnd type="none" w="sm" len="sm"/>
                      <a:tailEnd type="none" w="sm" len="sm"/>
                    </a:lnT>
                    <a:lnB w="76200" cap="flat" cmpd="sng">
                      <a:solidFill>
                        <a:srgbClr val="000000"/>
                      </a:solidFill>
                      <a:prstDash val="solid"/>
                      <a:round/>
                      <a:headEnd type="none" w="sm" len="sm"/>
                      <a:tailEnd type="none" w="sm" len="sm"/>
                    </a:lnB>
                    <a:solidFill>
                      <a:srgbClr val="EC9891"/>
                    </a:solidFill>
                  </a:tcPr>
                </a:tc>
                <a:extLst>
                  <a:ext uri="{0D108BD9-81ED-4DB2-BD59-A6C34878D82A}">
                    <a16:rowId xmlns:a16="http://schemas.microsoft.com/office/drawing/2014/main" val="10002"/>
                  </a:ext>
                </a:extLst>
              </a:tr>
              <a:tr h="1287800">
                <a:tc>
                  <a:txBody>
                    <a:bodyPr/>
                    <a:lstStyle/>
                    <a:p>
                      <a:pPr marL="0" lvl="0" indent="0" algn="ctr" rtl="0">
                        <a:lnSpc>
                          <a:spcPct val="115000"/>
                        </a:lnSpc>
                        <a:spcBef>
                          <a:spcPts val="0"/>
                        </a:spcBef>
                        <a:spcAft>
                          <a:spcPts val="0"/>
                        </a:spcAft>
                        <a:buNone/>
                      </a:pPr>
                      <a:r>
                        <a:rPr lang="en-US" sz="4300"/>
                        <a:t>YOLOv5n</a:t>
                      </a:r>
                      <a:endParaRPr sz="4300"/>
                    </a:p>
                  </a:txBody>
                  <a:tcPr marL="28575" marR="28575" marT="19050" marB="19050" anchor="b">
                    <a:lnL w="76200" cap="flat" cmpd="sng">
                      <a:solidFill>
                        <a:srgbClr val="000000"/>
                      </a:solidFill>
                      <a:prstDash val="solid"/>
                      <a:round/>
                      <a:headEnd type="none" w="sm" len="sm"/>
                      <a:tailEnd type="none" w="sm" len="sm"/>
                    </a:lnL>
                    <a:lnR w="76200" cap="flat" cmpd="sng">
                      <a:solidFill>
                        <a:srgbClr val="000000"/>
                      </a:solidFill>
                      <a:prstDash val="solid"/>
                      <a:round/>
                      <a:headEnd type="none" w="sm" len="sm"/>
                      <a:tailEnd type="none" w="sm" len="sm"/>
                    </a:lnR>
                    <a:lnT w="76200" cap="flat" cmpd="sng">
                      <a:solidFill>
                        <a:srgbClr val="000000"/>
                      </a:solidFill>
                      <a:prstDash val="solid"/>
                      <a:round/>
                      <a:headEnd type="none" w="sm" len="sm"/>
                      <a:tailEnd type="none" w="sm" len="sm"/>
                    </a:lnT>
                    <a:lnB w="762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4300"/>
                        <a:t>0.808</a:t>
                      </a:r>
                      <a:endParaRPr sz="4300"/>
                    </a:p>
                  </a:txBody>
                  <a:tcPr marL="28575" marR="28575" marT="19050" marB="19050" anchor="b">
                    <a:lnL w="76200" cap="flat" cmpd="sng">
                      <a:solidFill>
                        <a:srgbClr val="000000"/>
                      </a:solidFill>
                      <a:prstDash val="solid"/>
                      <a:round/>
                      <a:headEnd type="none" w="sm" len="sm"/>
                      <a:tailEnd type="none" w="sm" len="sm"/>
                    </a:lnL>
                    <a:lnR w="76200" cap="flat" cmpd="sng">
                      <a:solidFill>
                        <a:srgbClr val="000000"/>
                      </a:solidFill>
                      <a:prstDash val="solid"/>
                      <a:round/>
                      <a:headEnd type="none" w="sm" len="sm"/>
                      <a:tailEnd type="none" w="sm" len="sm"/>
                    </a:lnR>
                    <a:lnT w="76200" cap="flat" cmpd="sng">
                      <a:solidFill>
                        <a:srgbClr val="000000"/>
                      </a:solidFill>
                      <a:prstDash val="solid"/>
                      <a:round/>
                      <a:headEnd type="none" w="sm" len="sm"/>
                      <a:tailEnd type="none" w="sm" len="sm"/>
                    </a:lnT>
                    <a:lnB w="76200" cap="flat" cmpd="sng">
                      <a:solidFill>
                        <a:srgbClr val="000000"/>
                      </a:solidFill>
                      <a:prstDash val="solid"/>
                      <a:round/>
                      <a:headEnd type="none" w="sm" len="sm"/>
                      <a:tailEnd type="none" w="sm" len="sm"/>
                    </a:lnB>
                    <a:solidFill>
                      <a:srgbClr val="89D0AD"/>
                    </a:solidFill>
                  </a:tcPr>
                </a:tc>
                <a:tc>
                  <a:txBody>
                    <a:bodyPr/>
                    <a:lstStyle/>
                    <a:p>
                      <a:pPr marL="0" lvl="0" indent="0" algn="ctr" rtl="0">
                        <a:lnSpc>
                          <a:spcPct val="115000"/>
                        </a:lnSpc>
                        <a:spcBef>
                          <a:spcPts val="0"/>
                        </a:spcBef>
                        <a:spcAft>
                          <a:spcPts val="0"/>
                        </a:spcAft>
                        <a:buNone/>
                      </a:pPr>
                      <a:r>
                        <a:rPr lang="en-US" sz="4300"/>
                        <a:t>0.57</a:t>
                      </a:r>
                      <a:endParaRPr sz="4300"/>
                    </a:p>
                  </a:txBody>
                  <a:tcPr marL="28575" marR="28575" marT="19050" marB="19050" anchor="b">
                    <a:lnL w="76200" cap="flat" cmpd="sng">
                      <a:solidFill>
                        <a:srgbClr val="000000"/>
                      </a:solidFill>
                      <a:prstDash val="solid"/>
                      <a:round/>
                      <a:headEnd type="none" w="sm" len="sm"/>
                      <a:tailEnd type="none" w="sm" len="sm"/>
                    </a:lnL>
                    <a:lnR w="76200" cap="flat" cmpd="sng">
                      <a:solidFill>
                        <a:srgbClr val="000000"/>
                      </a:solidFill>
                      <a:prstDash val="solid"/>
                      <a:round/>
                      <a:headEnd type="none" w="sm" len="sm"/>
                      <a:tailEnd type="none" w="sm" len="sm"/>
                    </a:lnR>
                    <a:lnT w="76200" cap="flat" cmpd="sng">
                      <a:solidFill>
                        <a:srgbClr val="000000"/>
                      </a:solidFill>
                      <a:prstDash val="solid"/>
                      <a:round/>
                      <a:headEnd type="none" w="sm" len="sm"/>
                      <a:tailEnd type="none" w="sm" len="sm"/>
                    </a:lnT>
                    <a:lnB w="76200" cap="flat" cmpd="sng">
                      <a:solidFill>
                        <a:srgbClr val="000000"/>
                      </a:solidFill>
                      <a:prstDash val="solid"/>
                      <a:round/>
                      <a:headEnd type="none" w="sm" len="sm"/>
                      <a:tailEnd type="none" w="sm" len="sm"/>
                    </a:lnB>
                    <a:solidFill>
                      <a:srgbClr val="B1E0C9"/>
                    </a:solidFill>
                  </a:tcPr>
                </a:tc>
                <a:tc>
                  <a:txBody>
                    <a:bodyPr/>
                    <a:lstStyle/>
                    <a:p>
                      <a:pPr marL="0" lvl="0" indent="0" algn="ctr" rtl="0">
                        <a:lnSpc>
                          <a:spcPct val="115000"/>
                        </a:lnSpc>
                        <a:spcBef>
                          <a:spcPts val="0"/>
                        </a:spcBef>
                        <a:spcAft>
                          <a:spcPts val="0"/>
                        </a:spcAft>
                        <a:buNone/>
                      </a:pPr>
                      <a:r>
                        <a:rPr lang="en-US" sz="4300"/>
                        <a:t>4.1</a:t>
                      </a:r>
                      <a:endParaRPr sz="4300"/>
                    </a:p>
                  </a:txBody>
                  <a:tcPr marL="28575" marR="28575" marT="19050" marB="19050" anchor="b">
                    <a:lnL w="76200" cap="flat" cmpd="sng">
                      <a:solidFill>
                        <a:srgbClr val="000000"/>
                      </a:solidFill>
                      <a:prstDash val="solid"/>
                      <a:round/>
                      <a:headEnd type="none" w="sm" len="sm"/>
                      <a:tailEnd type="none" w="sm" len="sm"/>
                    </a:lnL>
                    <a:lnR w="76200" cap="flat" cmpd="sng">
                      <a:solidFill>
                        <a:srgbClr val="000000"/>
                      </a:solidFill>
                      <a:prstDash val="solid"/>
                      <a:round/>
                      <a:headEnd type="none" w="sm" len="sm"/>
                      <a:tailEnd type="none" w="sm" len="sm"/>
                    </a:lnR>
                    <a:lnT w="76200" cap="flat" cmpd="sng">
                      <a:solidFill>
                        <a:srgbClr val="000000"/>
                      </a:solidFill>
                      <a:prstDash val="solid"/>
                      <a:round/>
                      <a:headEnd type="none" w="sm" len="sm"/>
                      <a:tailEnd type="none" w="sm" len="sm"/>
                    </a:lnT>
                    <a:lnB w="76200" cap="flat" cmpd="sng">
                      <a:solidFill>
                        <a:srgbClr val="000000"/>
                      </a:solidFill>
                      <a:prstDash val="solid"/>
                      <a:round/>
                      <a:headEnd type="none" w="sm" len="sm"/>
                      <a:tailEnd type="none" w="sm" len="sm"/>
                    </a:lnB>
                    <a:solidFill>
                      <a:srgbClr val="F4E5E5"/>
                    </a:solidFill>
                  </a:tcPr>
                </a:tc>
                <a:tc>
                  <a:txBody>
                    <a:bodyPr/>
                    <a:lstStyle/>
                    <a:p>
                      <a:pPr marL="0" lvl="0" indent="0" algn="ctr" rtl="0">
                        <a:lnSpc>
                          <a:spcPct val="115000"/>
                        </a:lnSpc>
                        <a:spcBef>
                          <a:spcPts val="0"/>
                        </a:spcBef>
                        <a:spcAft>
                          <a:spcPts val="0"/>
                        </a:spcAft>
                        <a:buNone/>
                      </a:pPr>
                      <a:r>
                        <a:rPr lang="en-US" sz="4300"/>
                        <a:t>6.75</a:t>
                      </a:r>
                      <a:endParaRPr sz="4300"/>
                    </a:p>
                  </a:txBody>
                  <a:tcPr marL="28575" marR="28575" marT="19050" marB="19050" anchor="b">
                    <a:lnL w="76200" cap="flat" cmpd="sng">
                      <a:solidFill>
                        <a:srgbClr val="000000"/>
                      </a:solidFill>
                      <a:prstDash val="solid"/>
                      <a:round/>
                      <a:headEnd type="none" w="sm" len="sm"/>
                      <a:tailEnd type="none" w="sm" len="sm"/>
                    </a:lnL>
                    <a:lnR w="76200" cap="flat" cmpd="sng">
                      <a:solidFill>
                        <a:srgbClr val="000000"/>
                      </a:solidFill>
                      <a:prstDash val="solid"/>
                      <a:round/>
                      <a:headEnd type="none" w="sm" len="sm"/>
                      <a:tailEnd type="none" w="sm" len="sm"/>
                    </a:lnR>
                    <a:lnT w="76200" cap="flat" cmpd="sng">
                      <a:solidFill>
                        <a:srgbClr val="000000"/>
                      </a:solidFill>
                      <a:prstDash val="solid"/>
                      <a:round/>
                      <a:headEnd type="none" w="sm" len="sm"/>
                      <a:tailEnd type="none" w="sm" len="sm"/>
                    </a:lnT>
                    <a:lnB w="76200" cap="flat" cmpd="sng">
                      <a:solidFill>
                        <a:srgbClr val="000000"/>
                      </a:solidFill>
                      <a:prstDash val="solid"/>
                      <a:round/>
                      <a:headEnd type="none" w="sm" len="sm"/>
                      <a:tailEnd type="none" w="sm" len="sm"/>
                    </a:lnB>
                    <a:solidFill>
                      <a:srgbClr val="F4E5E5"/>
                    </a:solidFill>
                  </a:tcPr>
                </a:tc>
                <a:tc>
                  <a:txBody>
                    <a:bodyPr/>
                    <a:lstStyle/>
                    <a:p>
                      <a:pPr marL="0" lvl="0" indent="0" algn="ctr" rtl="0">
                        <a:lnSpc>
                          <a:spcPct val="115000"/>
                        </a:lnSpc>
                        <a:spcBef>
                          <a:spcPts val="0"/>
                        </a:spcBef>
                        <a:spcAft>
                          <a:spcPts val="0"/>
                        </a:spcAft>
                        <a:buNone/>
                      </a:pPr>
                      <a:r>
                        <a:rPr lang="en-US" sz="4300"/>
                        <a:t>111.31</a:t>
                      </a:r>
                      <a:endParaRPr sz="4300"/>
                    </a:p>
                  </a:txBody>
                  <a:tcPr marL="28575" marR="28575" marT="19050" marB="19050" anchor="b">
                    <a:lnL w="76200" cap="flat" cmpd="sng">
                      <a:solidFill>
                        <a:srgbClr val="000000"/>
                      </a:solidFill>
                      <a:prstDash val="solid"/>
                      <a:round/>
                      <a:headEnd type="none" w="sm" len="sm"/>
                      <a:tailEnd type="none" w="sm" len="sm"/>
                    </a:lnL>
                    <a:lnR w="76200" cap="flat" cmpd="sng">
                      <a:solidFill>
                        <a:srgbClr val="000000"/>
                      </a:solidFill>
                      <a:prstDash val="solid"/>
                      <a:round/>
                      <a:headEnd type="none" w="sm" len="sm"/>
                      <a:tailEnd type="none" w="sm" len="sm"/>
                    </a:lnR>
                    <a:lnT w="76200" cap="flat" cmpd="sng">
                      <a:solidFill>
                        <a:srgbClr val="000000"/>
                      </a:solidFill>
                      <a:prstDash val="solid"/>
                      <a:round/>
                      <a:headEnd type="none" w="sm" len="sm"/>
                      <a:tailEnd type="none" w="sm" len="sm"/>
                    </a:lnT>
                    <a:lnB w="76200" cap="flat" cmpd="sng">
                      <a:solidFill>
                        <a:srgbClr val="000000"/>
                      </a:solidFill>
                      <a:prstDash val="solid"/>
                      <a:round/>
                      <a:headEnd type="none" w="sm" len="sm"/>
                      <a:tailEnd type="none" w="sm" len="sm"/>
                    </a:lnB>
                    <a:solidFill>
                      <a:srgbClr val="F4E5E5"/>
                    </a:solidFill>
                  </a:tcPr>
                </a:tc>
                <a:tc>
                  <a:txBody>
                    <a:bodyPr/>
                    <a:lstStyle/>
                    <a:p>
                      <a:pPr marL="0" lvl="0" indent="0" algn="r" rtl="0">
                        <a:lnSpc>
                          <a:spcPct val="115000"/>
                        </a:lnSpc>
                        <a:spcBef>
                          <a:spcPts val="0"/>
                        </a:spcBef>
                        <a:spcAft>
                          <a:spcPts val="0"/>
                        </a:spcAft>
                        <a:buNone/>
                      </a:pPr>
                      <a:r>
                        <a:rPr lang="en-US" sz="4300"/>
                        <a:t>10.8393</a:t>
                      </a:r>
                      <a:endParaRPr sz="4300"/>
                    </a:p>
                  </a:txBody>
                  <a:tcPr marL="28575" marR="28575" marT="19050" marB="19050" anchor="b">
                    <a:lnL w="76200" cap="flat" cmpd="sng">
                      <a:solidFill>
                        <a:srgbClr val="000000"/>
                      </a:solidFill>
                      <a:prstDash val="solid"/>
                      <a:round/>
                      <a:headEnd type="none" w="sm" len="sm"/>
                      <a:tailEnd type="none" w="sm" len="sm"/>
                    </a:lnL>
                    <a:lnR w="76200" cap="flat" cmpd="sng">
                      <a:solidFill>
                        <a:srgbClr val="000000"/>
                      </a:solidFill>
                      <a:prstDash val="solid"/>
                      <a:round/>
                      <a:headEnd type="none" w="sm" len="sm"/>
                      <a:tailEnd type="none" w="sm" len="sm"/>
                    </a:lnR>
                    <a:lnT w="76200" cap="flat" cmpd="sng">
                      <a:solidFill>
                        <a:srgbClr val="000000"/>
                      </a:solidFill>
                      <a:prstDash val="solid"/>
                      <a:round/>
                      <a:headEnd type="none" w="sm" len="sm"/>
                      <a:tailEnd type="none" w="sm" len="sm"/>
                    </a:lnT>
                    <a:lnB w="76200" cap="flat" cmpd="sng">
                      <a:solidFill>
                        <a:srgbClr val="000000"/>
                      </a:solidFill>
                      <a:prstDash val="solid"/>
                      <a:round/>
                      <a:headEnd type="none" w="sm" len="sm"/>
                      <a:tailEnd type="none" w="sm" len="sm"/>
                    </a:lnB>
                    <a:solidFill>
                      <a:srgbClr val="EFABA5"/>
                    </a:solidFill>
                  </a:tcPr>
                </a:tc>
                <a:extLst>
                  <a:ext uri="{0D108BD9-81ED-4DB2-BD59-A6C34878D82A}">
                    <a16:rowId xmlns:a16="http://schemas.microsoft.com/office/drawing/2014/main" val="10003"/>
                  </a:ext>
                </a:extLst>
              </a:tr>
              <a:tr h="1278050">
                <a:tc>
                  <a:txBody>
                    <a:bodyPr/>
                    <a:lstStyle/>
                    <a:p>
                      <a:pPr marL="0" lvl="0" indent="0" algn="ctr" rtl="0">
                        <a:lnSpc>
                          <a:spcPct val="115000"/>
                        </a:lnSpc>
                        <a:spcBef>
                          <a:spcPts val="0"/>
                        </a:spcBef>
                        <a:spcAft>
                          <a:spcPts val="0"/>
                        </a:spcAft>
                        <a:buNone/>
                      </a:pPr>
                      <a:r>
                        <a:rPr lang="en-US" sz="4300"/>
                        <a:t>FP32 ViT</a:t>
                      </a:r>
                      <a:endParaRPr sz="4300"/>
                    </a:p>
                  </a:txBody>
                  <a:tcPr marL="28575" marR="28575" marT="19050" marB="19050" anchor="b">
                    <a:lnL w="76200" cap="flat" cmpd="sng">
                      <a:solidFill>
                        <a:srgbClr val="000000"/>
                      </a:solidFill>
                      <a:prstDash val="solid"/>
                      <a:round/>
                      <a:headEnd type="none" w="sm" len="sm"/>
                      <a:tailEnd type="none" w="sm" len="sm"/>
                    </a:lnL>
                    <a:lnR w="76200" cap="flat" cmpd="sng">
                      <a:solidFill>
                        <a:srgbClr val="000000"/>
                      </a:solidFill>
                      <a:prstDash val="solid"/>
                      <a:round/>
                      <a:headEnd type="none" w="sm" len="sm"/>
                      <a:tailEnd type="none" w="sm" len="sm"/>
                    </a:lnR>
                    <a:lnT w="76200" cap="flat" cmpd="sng">
                      <a:solidFill>
                        <a:srgbClr val="000000"/>
                      </a:solidFill>
                      <a:prstDash val="solid"/>
                      <a:round/>
                      <a:headEnd type="none" w="sm" len="sm"/>
                      <a:tailEnd type="none" w="sm" len="sm"/>
                    </a:lnT>
                    <a:lnB w="762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4300"/>
                        <a:t>0.848</a:t>
                      </a:r>
                      <a:endParaRPr sz="4300"/>
                    </a:p>
                  </a:txBody>
                  <a:tcPr marL="28575" marR="28575" marT="19050" marB="19050" anchor="b">
                    <a:lnL w="76200" cap="flat" cmpd="sng">
                      <a:solidFill>
                        <a:srgbClr val="000000"/>
                      </a:solidFill>
                      <a:prstDash val="solid"/>
                      <a:round/>
                      <a:headEnd type="none" w="sm" len="sm"/>
                      <a:tailEnd type="none" w="sm" len="sm"/>
                    </a:lnL>
                    <a:lnR w="76200" cap="flat" cmpd="sng">
                      <a:solidFill>
                        <a:srgbClr val="000000"/>
                      </a:solidFill>
                      <a:prstDash val="solid"/>
                      <a:round/>
                      <a:headEnd type="none" w="sm" len="sm"/>
                      <a:tailEnd type="none" w="sm" len="sm"/>
                    </a:lnR>
                    <a:lnT w="76200" cap="flat" cmpd="sng">
                      <a:solidFill>
                        <a:srgbClr val="000000"/>
                      </a:solidFill>
                      <a:prstDash val="solid"/>
                      <a:round/>
                      <a:headEnd type="none" w="sm" len="sm"/>
                      <a:tailEnd type="none" w="sm" len="sm"/>
                    </a:lnT>
                    <a:lnB w="76200" cap="flat" cmpd="sng">
                      <a:solidFill>
                        <a:srgbClr val="000000"/>
                      </a:solidFill>
                      <a:prstDash val="solid"/>
                      <a:round/>
                      <a:headEnd type="none" w="sm" len="sm"/>
                      <a:tailEnd type="none" w="sm" len="sm"/>
                    </a:lnB>
                    <a:solidFill>
                      <a:srgbClr val="5DBE8E"/>
                    </a:solidFill>
                  </a:tcPr>
                </a:tc>
                <a:tc>
                  <a:txBody>
                    <a:bodyPr/>
                    <a:lstStyle/>
                    <a:p>
                      <a:pPr marL="0" lvl="0" indent="0" algn="ctr" rtl="0">
                        <a:lnSpc>
                          <a:spcPct val="115000"/>
                        </a:lnSpc>
                        <a:spcBef>
                          <a:spcPts val="0"/>
                        </a:spcBef>
                        <a:spcAft>
                          <a:spcPts val="0"/>
                        </a:spcAft>
                        <a:buNone/>
                      </a:pPr>
                      <a:r>
                        <a:rPr lang="en-US" sz="4300"/>
                        <a:t>0.53</a:t>
                      </a:r>
                      <a:endParaRPr sz="4300"/>
                    </a:p>
                  </a:txBody>
                  <a:tcPr marL="28575" marR="28575" marT="19050" marB="19050" anchor="b">
                    <a:lnL w="76200" cap="flat" cmpd="sng">
                      <a:solidFill>
                        <a:srgbClr val="000000"/>
                      </a:solidFill>
                      <a:prstDash val="solid"/>
                      <a:round/>
                      <a:headEnd type="none" w="sm" len="sm"/>
                      <a:tailEnd type="none" w="sm" len="sm"/>
                    </a:lnL>
                    <a:lnR w="76200" cap="flat" cmpd="sng">
                      <a:solidFill>
                        <a:srgbClr val="000000"/>
                      </a:solidFill>
                      <a:prstDash val="solid"/>
                      <a:round/>
                      <a:headEnd type="none" w="sm" len="sm"/>
                      <a:tailEnd type="none" w="sm" len="sm"/>
                    </a:lnR>
                    <a:lnT w="76200" cap="flat" cmpd="sng">
                      <a:solidFill>
                        <a:srgbClr val="000000"/>
                      </a:solidFill>
                      <a:prstDash val="solid"/>
                      <a:round/>
                      <a:headEnd type="none" w="sm" len="sm"/>
                      <a:tailEnd type="none" w="sm" len="sm"/>
                    </a:lnT>
                    <a:lnB w="76200" cap="flat" cmpd="sng">
                      <a:solidFill>
                        <a:srgbClr val="000000"/>
                      </a:solidFill>
                      <a:prstDash val="solid"/>
                      <a:round/>
                      <a:headEnd type="none" w="sm" len="sm"/>
                      <a:tailEnd type="none" w="sm" len="sm"/>
                    </a:lnB>
                    <a:solidFill>
                      <a:srgbClr val="CBEAD9"/>
                    </a:solidFill>
                  </a:tcPr>
                </a:tc>
                <a:tc>
                  <a:txBody>
                    <a:bodyPr/>
                    <a:lstStyle/>
                    <a:p>
                      <a:pPr marL="0" lvl="0" indent="0" algn="ctr" rtl="0">
                        <a:lnSpc>
                          <a:spcPct val="115000"/>
                        </a:lnSpc>
                        <a:spcBef>
                          <a:spcPts val="0"/>
                        </a:spcBef>
                        <a:spcAft>
                          <a:spcPts val="0"/>
                        </a:spcAft>
                        <a:buNone/>
                      </a:pPr>
                      <a:r>
                        <a:rPr lang="en-US" sz="4300"/>
                        <a:t>18.6</a:t>
                      </a:r>
                      <a:endParaRPr sz="4300"/>
                    </a:p>
                  </a:txBody>
                  <a:tcPr marL="28575" marR="28575" marT="19050" marB="19050" anchor="b">
                    <a:lnL w="76200" cap="flat" cmpd="sng">
                      <a:solidFill>
                        <a:srgbClr val="000000"/>
                      </a:solidFill>
                      <a:prstDash val="solid"/>
                      <a:round/>
                      <a:headEnd type="none" w="sm" len="sm"/>
                      <a:tailEnd type="none" w="sm" len="sm"/>
                    </a:lnL>
                    <a:lnR w="76200" cap="flat" cmpd="sng">
                      <a:solidFill>
                        <a:srgbClr val="000000"/>
                      </a:solidFill>
                      <a:prstDash val="solid"/>
                      <a:round/>
                      <a:headEnd type="none" w="sm" len="sm"/>
                      <a:tailEnd type="none" w="sm" len="sm"/>
                    </a:lnR>
                    <a:lnT w="76200" cap="flat" cmpd="sng">
                      <a:solidFill>
                        <a:srgbClr val="000000"/>
                      </a:solidFill>
                      <a:prstDash val="solid"/>
                      <a:round/>
                      <a:headEnd type="none" w="sm" len="sm"/>
                      <a:tailEnd type="none" w="sm" len="sm"/>
                    </a:lnT>
                    <a:lnB w="76200" cap="flat" cmpd="sng">
                      <a:solidFill>
                        <a:srgbClr val="000000"/>
                      </a:solidFill>
                      <a:prstDash val="solid"/>
                      <a:round/>
                      <a:headEnd type="none" w="sm" len="sm"/>
                      <a:tailEnd type="none" w="sm" len="sm"/>
                    </a:lnB>
                    <a:solidFill>
                      <a:srgbClr val="E67C73"/>
                    </a:solidFill>
                  </a:tcPr>
                </a:tc>
                <a:tc>
                  <a:txBody>
                    <a:bodyPr/>
                    <a:lstStyle/>
                    <a:p>
                      <a:pPr marL="0" lvl="0" indent="0" algn="ctr" rtl="0">
                        <a:lnSpc>
                          <a:spcPct val="115000"/>
                        </a:lnSpc>
                        <a:spcBef>
                          <a:spcPts val="0"/>
                        </a:spcBef>
                        <a:spcAft>
                          <a:spcPts val="0"/>
                        </a:spcAft>
                        <a:buNone/>
                      </a:pPr>
                      <a:r>
                        <a:rPr lang="en-US" sz="4300"/>
                        <a:t>24.69</a:t>
                      </a:r>
                      <a:endParaRPr sz="4300"/>
                    </a:p>
                  </a:txBody>
                  <a:tcPr marL="28575" marR="28575" marT="19050" marB="19050" anchor="b">
                    <a:lnL w="76200" cap="flat" cmpd="sng">
                      <a:solidFill>
                        <a:srgbClr val="000000"/>
                      </a:solidFill>
                      <a:prstDash val="solid"/>
                      <a:round/>
                      <a:headEnd type="none" w="sm" len="sm"/>
                      <a:tailEnd type="none" w="sm" len="sm"/>
                    </a:lnL>
                    <a:lnR w="76200" cap="flat" cmpd="sng">
                      <a:solidFill>
                        <a:srgbClr val="000000"/>
                      </a:solidFill>
                      <a:prstDash val="solid"/>
                      <a:round/>
                      <a:headEnd type="none" w="sm" len="sm"/>
                      <a:tailEnd type="none" w="sm" len="sm"/>
                    </a:lnR>
                    <a:lnT w="76200" cap="flat" cmpd="sng">
                      <a:solidFill>
                        <a:srgbClr val="000000"/>
                      </a:solidFill>
                      <a:prstDash val="solid"/>
                      <a:round/>
                      <a:headEnd type="none" w="sm" len="sm"/>
                      <a:tailEnd type="none" w="sm" len="sm"/>
                    </a:lnT>
                    <a:lnB w="76200" cap="flat" cmpd="sng">
                      <a:solidFill>
                        <a:srgbClr val="000000"/>
                      </a:solidFill>
                      <a:prstDash val="solid"/>
                      <a:round/>
                      <a:headEnd type="none" w="sm" len="sm"/>
                      <a:tailEnd type="none" w="sm" len="sm"/>
                    </a:lnB>
                    <a:solidFill>
                      <a:srgbClr val="E88880"/>
                    </a:solidFill>
                  </a:tcPr>
                </a:tc>
                <a:tc>
                  <a:txBody>
                    <a:bodyPr/>
                    <a:lstStyle/>
                    <a:p>
                      <a:pPr marL="0" lvl="0" indent="0" algn="ctr" rtl="0">
                        <a:lnSpc>
                          <a:spcPct val="115000"/>
                        </a:lnSpc>
                        <a:spcBef>
                          <a:spcPts val="0"/>
                        </a:spcBef>
                        <a:spcAft>
                          <a:spcPts val="0"/>
                        </a:spcAft>
                        <a:buNone/>
                      </a:pPr>
                      <a:r>
                        <a:rPr lang="en-US" sz="4300"/>
                        <a:t>288.74</a:t>
                      </a:r>
                      <a:endParaRPr sz="4300"/>
                    </a:p>
                  </a:txBody>
                  <a:tcPr marL="28575" marR="28575" marT="19050" marB="19050" anchor="b">
                    <a:lnL w="76200" cap="flat" cmpd="sng">
                      <a:solidFill>
                        <a:srgbClr val="000000"/>
                      </a:solidFill>
                      <a:prstDash val="solid"/>
                      <a:round/>
                      <a:headEnd type="none" w="sm" len="sm"/>
                      <a:tailEnd type="none" w="sm" len="sm"/>
                    </a:lnL>
                    <a:lnR w="76200" cap="flat" cmpd="sng">
                      <a:solidFill>
                        <a:srgbClr val="000000"/>
                      </a:solidFill>
                      <a:prstDash val="solid"/>
                      <a:round/>
                      <a:headEnd type="none" w="sm" len="sm"/>
                      <a:tailEnd type="none" w="sm" len="sm"/>
                    </a:lnR>
                    <a:lnT w="76200" cap="flat" cmpd="sng">
                      <a:solidFill>
                        <a:srgbClr val="000000"/>
                      </a:solidFill>
                      <a:prstDash val="solid"/>
                      <a:round/>
                      <a:headEnd type="none" w="sm" len="sm"/>
                      <a:tailEnd type="none" w="sm" len="sm"/>
                    </a:lnT>
                    <a:lnB w="76200" cap="flat" cmpd="sng">
                      <a:solidFill>
                        <a:srgbClr val="000000"/>
                      </a:solidFill>
                      <a:prstDash val="solid"/>
                      <a:round/>
                      <a:headEnd type="none" w="sm" len="sm"/>
                      <a:tailEnd type="none" w="sm" len="sm"/>
                    </a:lnB>
                    <a:solidFill>
                      <a:srgbClr val="E67C73"/>
                    </a:solidFill>
                  </a:tcPr>
                </a:tc>
                <a:tc>
                  <a:txBody>
                    <a:bodyPr/>
                    <a:lstStyle/>
                    <a:p>
                      <a:pPr marL="0" lvl="0" indent="0" algn="r" rtl="0">
                        <a:lnSpc>
                          <a:spcPct val="115000"/>
                        </a:lnSpc>
                        <a:spcBef>
                          <a:spcPts val="0"/>
                        </a:spcBef>
                        <a:spcAft>
                          <a:spcPts val="0"/>
                        </a:spcAft>
                        <a:buNone/>
                      </a:pPr>
                      <a:r>
                        <a:rPr lang="en-US" sz="4300"/>
                        <a:t>6.3679</a:t>
                      </a:r>
                      <a:endParaRPr sz="4300"/>
                    </a:p>
                  </a:txBody>
                  <a:tcPr marL="28575" marR="28575" marT="19050" marB="19050" anchor="b">
                    <a:lnL w="76200" cap="flat" cmpd="sng">
                      <a:solidFill>
                        <a:srgbClr val="000000"/>
                      </a:solidFill>
                      <a:prstDash val="solid"/>
                      <a:round/>
                      <a:headEnd type="none" w="sm" len="sm"/>
                      <a:tailEnd type="none" w="sm" len="sm"/>
                    </a:lnL>
                    <a:lnR w="76200" cap="flat" cmpd="sng">
                      <a:solidFill>
                        <a:srgbClr val="000000"/>
                      </a:solidFill>
                      <a:prstDash val="solid"/>
                      <a:round/>
                      <a:headEnd type="none" w="sm" len="sm"/>
                      <a:tailEnd type="none" w="sm" len="sm"/>
                    </a:lnR>
                    <a:lnT w="76200" cap="flat" cmpd="sng">
                      <a:solidFill>
                        <a:srgbClr val="000000"/>
                      </a:solidFill>
                      <a:prstDash val="solid"/>
                      <a:round/>
                      <a:headEnd type="none" w="sm" len="sm"/>
                      <a:tailEnd type="none" w="sm" len="sm"/>
                    </a:lnT>
                    <a:lnB w="76200" cap="flat" cmpd="sng">
                      <a:solidFill>
                        <a:srgbClr val="000000"/>
                      </a:solidFill>
                      <a:prstDash val="solid"/>
                      <a:round/>
                      <a:headEnd type="none" w="sm" len="sm"/>
                      <a:tailEnd type="none" w="sm" len="sm"/>
                    </a:lnB>
                    <a:solidFill>
                      <a:srgbClr val="F7D2CF"/>
                    </a:solidFill>
                  </a:tcPr>
                </a:tc>
                <a:extLst>
                  <a:ext uri="{0D108BD9-81ED-4DB2-BD59-A6C34878D82A}">
                    <a16:rowId xmlns:a16="http://schemas.microsoft.com/office/drawing/2014/main" val="10004"/>
                  </a:ext>
                </a:extLst>
              </a:tr>
              <a:tr h="1204800">
                <a:tc>
                  <a:txBody>
                    <a:bodyPr/>
                    <a:lstStyle/>
                    <a:p>
                      <a:pPr marL="0" lvl="0" indent="0" algn="ctr" rtl="0">
                        <a:lnSpc>
                          <a:spcPct val="115000"/>
                        </a:lnSpc>
                        <a:spcBef>
                          <a:spcPts val="0"/>
                        </a:spcBef>
                        <a:spcAft>
                          <a:spcPts val="0"/>
                        </a:spcAft>
                        <a:buNone/>
                      </a:pPr>
                      <a:r>
                        <a:rPr lang="en-US" sz="4300"/>
                        <a:t>FP16 ViT</a:t>
                      </a:r>
                      <a:endParaRPr sz="4300"/>
                    </a:p>
                  </a:txBody>
                  <a:tcPr marL="28575" marR="28575" marT="19050" marB="19050" anchor="b">
                    <a:lnL w="76200" cap="flat" cmpd="sng">
                      <a:solidFill>
                        <a:srgbClr val="000000"/>
                      </a:solidFill>
                      <a:prstDash val="solid"/>
                      <a:round/>
                      <a:headEnd type="none" w="sm" len="sm"/>
                      <a:tailEnd type="none" w="sm" len="sm"/>
                    </a:lnL>
                    <a:lnR w="76200" cap="flat" cmpd="sng">
                      <a:solidFill>
                        <a:srgbClr val="000000"/>
                      </a:solidFill>
                      <a:prstDash val="solid"/>
                      <a:round/>
                      <a:headEnd type="none" w="sm" len="sm"/>
                      <a:tailEnd type="none" w="sm" len="sm"/>
                    </a:lnR>
                    <a:lnT w="76200" cap="flat" cmpd="sng">
                      <a:solidFill>
                        <a:srgbClr val="000000"/>
                      </a:solidFill>
                      <a:prstDash val="solid"/>
                      <a:round/>
                      <a:headEnd type="none" w="sm" len="sm"/>
                      <a:tailEnd type="none" w="sm" len="sm"/>
                    </a:lnT>
                    <a:lnB w="762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4300"/>
                        <a:t>0.848</a:t>
                      </a:r>
                      <a:endParaRPr sz="4300"/>
                    </a:p>
                  </a:txBody>
                  <a:tcPr marL="28575" marR="28575" marT="19050" marB="19050" anchor="b">
                    <a:lnL w="76200" cap="flat" cmpd="sng">
                      <a:solidFill>
                        <a:srgbClr val="000000"/>
                      </a:solidFill>
                      <a:prstDash val="solid"/>
                      <a:round/>
                      <a:headEnd type="none" w="sm" len="sm"/>
                      <a:tailEnd type="none" w="sm" len="sm"/>
                    </a:lnL>
                    <a:lnR w="76200" cap="flat" cmpd="sng">
                      <a:solidFill>
                        <a:srgbClr val="000000"/>
                      </a:solidFill>
                      <a:prstDash val="solid"/>
                      <a:round/>
                      <a:headEnd type="none" w="sm" len="sm"/>
                      <a:tailEnd type="none" w="sm" len="sm"/>
                    </a:lnR>
                    <a:lnT w="76200" cap="flat" cmpd="sng">
                      <a:solidFill>
                        <a:srgbClr val="000000"/>
                      </a:solidFill>
                      <a:prstDash val="solid"/>
                      <a:round/>
                      <a:headEnd type="none" w="sm" len="sm"/>
                      <a:tailEnd type="none" w="sm" len="sm"/>
                    </a:lnT>
                    <a:lnB w="76200" cap="flat" cmpd="sng">
                      <a:solidFill>
                        <a:srgbClr val="000000"/>
                      </a:solidFill>
                      <a:prstDash val="solid"/>
                      <a:round/>
                      <a:headEnd type="none" w="sm" len="sm"/>
                      <a:tailEnd type="none" w="sm" len="sm"/>
                    </a:lnB>
                    <a:solidFill>
                      <a:srgbClr val="5DBE8E"/>
                    </a:solidFill>
                  </a:tcPr>
                </a:tc>
                <a:tc>
                  <a:txBody>
                    <a:bodyPr/>
                    <a:lstStyle/>
                    <a:p>
                      <a:pPr marL="0" lvl="0" indent="0" algn="ctr" rtl="0">
                        <a:lnSpc>
                          <a:spcPct val="115000"/>
                        </a:lnSpc>
                        <a:spcBef>
                          <a:spcPts val="0"/>
                        </a:spcBef>
                        <a:spcAft>
                          <a:spcPts val="0"/>
                        </a:spcAft>
                        <a:buNone/>
                      </a:pPr>
                      <a:r>
                        <a:rPr lang="en-US" sz="4300"/>
                        <a:t>0.577</a:t>
                      </a:r>
                      <a:endParaRPr sz="4300"/>
                    </a:p>
                  </a:txBody>
                  <a:tcPr marL="28575" marR="28575" marT="19050" marB="19050" anchor="b">
                    <a:lnL w="76200" cap="flat" cmpd="sng">
                      <a:solidFill>
                        <a:srgbClr val="000000"/>
                      </a:solidFill>
                      <a:prstDash val="solid"/>
                      <a:round/>
                      <a:headEnd type="none" w="sm" len="sm"/>
                      <a:tailEnd type="none" w="sm" len="sm"/>
                    </a:lnL>
                    <a:lnR w="76200" cap="flat" cmpd="sng">
                      <a:solidFill>
                        <a:srgbClr val="000000"/>
                      </a:solidFill>
                      <a:prstDash val="solid"/>
                      <a:round/>
                      <a:headEnd type="none" w="sm" len="sm"/>
                      <a:tailEnd type="none" w="sm" len="sm"/>
                    </a:lnR>
                    <a:lnT w="76200" cap="flat" cmpd="sng">
                      <a:solidFill>
                        <a:srgbClr val="000000"/>
                      </a:solidFill>
                      <a:prstDash val="solid"/>
                      <a:round/>
                      <a:headEnd type="none" w="sm" len="sm"/>
                      <a:tailEnd type="none" w="sm" len="sm"/>
                    </a:lnT>
                    <a:lnB w="76200" cap="flat" cmpd="sng">
                      <a:solidFill>
                        <a:srgbClr val="000000"/>
                      </a:solidFill>
                      <a:prstDash val="solid"/>
                      <a:round/>
                      <a:headEnd type="none" w="sm" len="sm"/>
                      <a:tailEnd type="none" w="sm" len="sm"/>
                    </a:lnB>
                    <a:solidFill>
                      <a:srgbClr val="ADDEC6"/>
                    </a:solidFill>
                  </a:tcPr>
                </a:tc>
                <a:tc>
                  <a:txBody>
                    <a:bodyPr/>
                    <a:lstStyle/>
                    <a:p>
                      <a:pPr marL="0" lvl="0" indent="0" algn="ctr" rtl="0">
                        <a:lnSpc>
                          <a:spcPct val="115000"/>
                        </a:lnSpc>
                        <a:spcBef>
                          <a:spcPts val="0"/>
                        </a:spcBef>
                        <a:spcAft>
                          <a:spcPts val="0"/>
                        </a:spcAft>
                        <a:buNone/>
                      </a:pPr>
                      <a:r>
                        <a:rPr lang="en-US" sz="4300"/>
                        <a:t>18.6</a:t>
                      </a:r>
                      <a:endParaRPr sz="4300"/>
                    </a:p>
                  </a:txBody>
                  <a:tcPr marL="28575" marR="28575" marT="19050" marB="19050" anchor="b">
                    <a:lnL w="76200" cap="flat" cmpd="sng">
                      <a:solidFill>
                        <a:srgbClr val="000000"/>
                      </a:solidFill>
                      <a:prstDash val="solid"/>
                      <a:round/>
                      <a:headEnd type="none" w="sm" len="sm"/>
                      <a:tailEnd type="none" w="sm" len="sm"/>
                    </a:lnL>
                    <a:lnR w="76200" cap="flat" cmpd="sng">
                      <a:solidFill>
                        <a:srgbClr val="000000"/>
                      </a:solidFill>
                      <a:prstDash val="solid"/>
                      <a:round/>
                      <a:headEnd type="none" w="sm" len="sm"/>
                      <a:tailEnd type="none" w="sm" len="sm"/>
                    </a:lnR>
                    <a:lnT w="76200" cap="flat" cmpd="sng">
                      <a:solidFill>
                        <a:srgbClr val="000000"/>
                      </a:solidFill>
                      <a:prstDash val="solid"/>
                      <a:round/>
                      <a:headEnd type="none" w="sm" len="sm"/>
                      <a:tailEnd type="none" w="sm" len="sm"/>
                    </a:lnT>
                    <a:lnB w="76200" cap="flat" cmpd="sng">
                      <a:solidFill>
                        <a:srgbClr val="000000"/>
                      </a:solidFill>
                      <a:prstDash val="solid"/>
                      <a:round/>
                      <a:headEnd type="none" w="sm" len="sm"/>
                      <a:tailEnd type="none" w="sm" len="sm"/>
                    </a:lnB>
                    <a:solidFill>
                      <a:srgbClr val="E67C73"/>
                    </a:solidFill>
                  </a:tcPr>
                </a:tc>
                <a:tc>
                  <a:txBody>
                    <a:bodyPr/>
                    <a:lstStyle/>
                    <a:p>
                      <a:pPr marL="0" lvl="0" indent="0" algn="ctr" rtl="0">
                        <a:lnSpc>
                          <a:spcPct val="115000"/>
                        </a:lnSpc>
                        <a:spcBef>
                          <a:spcPts val="0"/>
                        </a:spcBef>
                        <a:spcAft>
                          <a:spcPts val="0"/>
                        </a:spcAft>
                        <a:buNone/>
                      </a:pPr>
                      <a:r>
                        <a:rPr lang="en-US" sz="4300"/>
                        <a:t>12.34</a:t>
                      </a:r>
                      <a:endParaRPr sz="4300"/>
                    </a:p>
                  </a:txBody>
                  <a:tcPr marL="28575" marR="28575" marT="19050" marB="19050" anchor="b">
                    <a:lnL w="76200" cap="flat" cmpd="sng">
                      <a:solidFill>
                        <a:srgbClr val="000000"/>
                      </a:solidFill>
                      <a:prstDash val="solid"/>
                      <a:round/>
                      <a:headEnd type="none" w="sm" len="sm"/>
                      <a:tailEnd type="none" w="sm" len="sm"/>
                    </a:lnL>
                    <a:lnR w="76200" cap="flat" cmpd="sng">
                      <a:solidFill>
                        <a:srgbClr val="000000"/>
                      </a:solidFill>
                      <a:prstDash val="solid"/>
                      <a:round/>
                      <a:headEnd type="none" w="sm" len="sm"/>
                      <a:tailEnd type="none" w="sm" len="sm"/>
                    </a:lnR>
                    <a:lnT w="76200" cap="flat" cmpd="sng">
                      <a:solidFill>
                        <a:srgbClr val="000000"/>
                      </a:solidFill>
                      <a:prstDash val="solid"/>
                      <a:round/>
                      <a:headEnd type="none" w="sm" len="sm"/>
                      <a:tailEnd type="none" w="sm" len="sm"/>
                    </a:lnT>
                    <a:lnB w="76200" cap="flat" cmpd="sng">
                      <a:solidFill>
                        <a:srgbClr val="000000"/>
                      </a:solidFill>
                      <a:prstDash val="solid"/>
                      <a:round/>
                      <a:headEnd type="none" w="sm" len="sm"/>
                      <a:tailEnd type="none" w="sm" len="sm"/>
                    </a:lnB>
                    <a:solidFill>
                      <a:srgbClr val="F1C9C6"/>
                    </a:solidFill>
                  </a:tcPr>
                </a:tc>
                <a:tc>
                  <a:txBody>
                    <a:bodyPr/>
                    <a:lstStyle/>
                    <a:p>
                      <a:pPr marL="0" lvl="0" indent="0" algn="ctr" rtl="0">
                        <a:lnSpc>
                          <a:spcPct val="115000"/>
                        </a:lnSpc>
                        <a:spcBef>
                          <a:spcPts val="0"/>
                        </a:spcBef>
                        <a:spcAft>
                          <a:spcPts val="0"/>
                        </a:spcAft>
                        <a:buNone/>
                      </a:pPr>
                      <a:r>
                        <a:rPr lang="en-US" sz="4300"/>
                        <a:t>144.37</a:t>
                      </a:r>
                      <a:endParaRPr sz="4300"/>
                    </a:p>
                  </a:txBody>
                  <a:tcPr marL="28575" marR="28575" marT="19050" marB="19050" anchor="b">
                    <a:lnL w="76200" cap="flat" cmpd="sng">
                      <a:solidFill>
                        <a:srgbClr val="000000"/>
                      </a:solidFill>
                      <a:prstDash val="solid"/>
                      <a:round/>
                      <a:headEnd type="none" w="sm" len="sm"/>
                      <a:tailEnd type="none" w="sm" len="sm"/>
                    </a:lnL>
                    <a:lnR w="76200" cap="flat" cmpd="sng">
                      <a:solidFill>
                        <a:srgbClr val="000000"/>
                      </a:solidFill>
                      <a:prstDash val="solid"/>
                      <a:round/>
                      <a:headEnd type="none" w="sm" len="sm"/>
                      <a:tailEnd type="none" w="sm" len="sm"/>
                    </a:lnR>
                    <a:lnT w="76200" cap="flat" cmpd="sng">
                      <a:solidFill>
                        <a:srgbClr val="000000"/>
                      </a:solidFill>
                      <a:prstDash val="solid"/>
                      <a:round/>
                      <a:headEnd type="none" w="sm" len="sm"/>
                      <a:tailEnd type="none" w="sm" len="sm"/>
                    </a:lnT>
                    <a:lnB w="76200" cap="flat" cmpd="sng">
                      <a:solidFill>
                        <a:srgbClr val="000000"/>
                      </a:solidFill>
                      <a:prstDash val="solid"/>
                      <a:round/>
                      <a:headEnd type="none" w="sm" len="sm"/>
                      <a:tailEnd type="none" w="sm" len="sm"/>
                    </a:lnB>
                    <a:solidFill>
                      <a:srgbClr val="F4D7D5"/>
                    </a:solidFill>
                  </a:tcPr>
                </a:tc>
                <a:tc>
                  <a:txBody>
                    <a:bodyPr/>
                    <a:lstStyle/>
                    <a:p>
                      <a:pPr marL="0" lvl="0" indent="0" algn="r" rtl="0">
                        <a:lnSpc>
                          <a:spcPct val="115000"/>
                        </a:lnSpc>
                        <a:spcBef>
                          <a:spcPts val="0"/>
                        </a:spcBef>
                        <a:spcAft>
                          <a:spcPts val="0"/>
                        </a:spcAft>
                        <a:buNone/>
                      </a:pPr>
                      <a:r>
                        <a:rPr lang="en-US" sz="4300"/>
                        <a:t>1.249</a:t>
                      </a:r>
                      <a:endParaRPr sz="4300"/>
                    </a:p>
                  </a:txBody>
                  <a:tcPr marL="28575" marR="28575" marT="19050" marB="19050" anchor="b">
                    <a:lnL w="76200" cap="flat" cmpd="sng">
                      <a:solidFill>
                        <a:srgbClr val="000000"/>
                      </a:solidFill>
                      <a:prstDash val="solid"/>
                      <a:round/>
                      <a:headEnd type="none" w="sm" len="sm"/>
                      <a:tailEnd type="none" w="sm" len="sm"/>
                    </a:lnL>
                    <a:lnR w="76200" cap="flat" cmpd="sng">
                      <a:solidFill>
                        <a:srgbClr val="000000"/>
                      </a:solidFill>
                      <a:prstDash val="solid"/>
                      <a:round/>
                      <a:headEnd type="none" w="sm" len="sm"/>
                      <a:tailEnd type="none" w="sm" len="sm"/>
                    </a:lnR>
                    <a:lnT w="76200" cap="flat" cmpd="sng">
                      <a:solidFill>
                        <a:srgbClr val="000000"/>
                      </a:solidFill>
                      <a:prstDash val="solid"/>
                      <a:round/>
                      <a:headEnd type="none" w="sm" len="sm"/>
                      <a:tailEnd type="none" w="sm" len="sm"/>
                    </a:lnT>
                    <a:lnB w="7620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bl>
          </a:graphicData>
        </a:graphic>
      </p:graphicFrame>
      <p:sp>
        <p:nvSpPr>
          <p:cNvPr id="80" name="Google Shape;80;g3d70df7b2ae_0_32"/>
          <p:cNvSpPr txBox="1"/>
          <p:nvPr/>
        </p:nvSpPr>
        <p:spPr>
          <a:xfrm>
            <a:off x="10254600" y="1165428"/>
            <a:ext cx="28167000" cy="4683900"/>
          </a:xfrm>
          <a:prstGeom prst="rect">
            <a:avLst/>
          </a:prstGeom>
          <a:noFill/>
          <a:ln>
            <a:noFill/>
          </a:ln>
        </p:spPr>
        <p:txBody>
          <a:bodyPr spcFirstLastPara="1" wrap="square" lIns="89675" tIns="44825" rIns="89675" bIns="44825" anchor="t" anchorCtr="0">
            <a:normAutofit/>
          </a:bodyPr>
          <a:lstStyle/>
          <a:p>
            <a:pPr marL="0" marR="0" lvl="0" indent="0" algn="ctr" rtl="0">
              <a:lnSpc>
                <a:spcPct val="100000"/>
              </a:lnSpc>
              <a:spcBef>
                <a:spcPts val="0"/>
              </a:spcBef>
              <a:spcAft>
                <a:spcPts val="0"/>
              </a:spcAft>
              <a:buClr>
                <a:srgbClr val="000000"/>
              </a:buClr>
              <a:buSzPts val="8000"/>
              <a:buFont typeface="Arial"/>
              <a:buNone/>
            </a:pPr>
            <a:r>
              <a:rPr lang="en-US" sz="8700" b="1">
                <a:solidFill>
                  <a:schemeClr val="dk1"/>
                </a:solidFill>
                <a:latin typeface="Calibri"/>
                <a:ea typeface="Calibri"/>
                <a:cs typeface="Calibri"/>
                <a:sym typeface="Calibri"/>
              </a:rPr>
              <a:t>HALO: High Autonomous Low-SWaP Operations</a:t>
            </a:r>
            <a:endParaRPr sz="21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6600"/>
              <a:buFont typeface="Arial"/>
              <a:buNone/>
            </a:pPr>
            <a:r>
              <a:rPr lang="en-US" sz="7300" b="1">
                <a:solidFill>
                  <a:schemeClr val="dk1"/>
                </a:solidFill>
                <a:latin typeface="Calibri"/>
                <a:ea typeface="Calibri"/>
                <a:cs typeface="Calibri"/>
                <a:sym typeface="Calibri"/>
              </a:rPr>
              <a:t>Sloan Hatter, Blake Gisclair</a:t>
            </a:r>
            <a:endParaRPr sz="21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5400"/>
              <a:buFont typeface="Arial"/>
              <a:buNone/>
            </a:pPr>
            <a:r>
              <a:rPr lang="en-US" sz="6100" b="1" i="0" u="none" strike="noStrike" cap="none">
                <a:solidFill>
                  <a:schemeClr val="dk1"/>
                </a:solidFill>
                <a:latin typeface="Calibri"/>
                <a:ea typeface="Calibri"/>
                <a:cs typeface="Calibri"/>
                <a:sym typeface="Calibri"/>
              </a:rPr>
              <a:t>Faculty Advisor:</a:t>
            </a:r>
            <a:r>
              <a:rPr lang="en-US" sz="6100" b="1">
                <a:solidFill>
                  <a:schemeClr val="dk1"/>
                </a:solidFill>
                <a:latin typeface="Calibri"/>
                <a:ea typeface="Calibri"/>
                <a:cs typeface="Calibri"/>
                <a:sym typeface="Calibri"/>
              </a:rPr>
              <a:t> Dr. Ryan White, </a:t>
            </a:r>
            <a:r>
              <a:rPr lang="en-US" sz="6100" b="1" i="0" u="none" strike="noStrike" cap="none">
                <a:solidFill>
                  <a:schemeClr val="dk1"/>
                </a:solidFill>
                <a:latin typeface="Calibri"/>
                <a:ea typeface="Calibri"/>
                <a:cs typeface="Calibri"/>
                <a:sym typeface="Calibri"/>
              </a:rPr>
              <a:t>Dept. of </a:t>
            </a:r>
            <a:r>
              <a:rPr lang="en-US" sz="6100" b="1">
                <a:solidFill>
                  <a:schemeClr val="dk1"/>
                </a:solidFill>
                <a:latin typeface="Calibri"/>
                <a:ea typeface="Calibri"/>
                <a:cs typeface="Calibri"/>
                <a:sym typeface="Calibri"/>
              </a:rPr>
              <a:t>Mathematics and Systems Engineering</a:t>
            </a:r>
            <a:r>
              <a:rPr lang="en-US" sz="6100" b="1" i="0" u="none" strike="noStrike" cap="none">
                <a:solidFill>
                  <a:schemeClr val="dk1"/>
                </a:solidFill>
                <a:latin typeface="Calibri"/>
                <a:ea typeface="Calibri"/>
                <a:cs typeface="Calibri"/>
                <a:sym typeface="Calibri"/>
              </a:rPr>
              <a:t>, Florida Institute of Technology</a:t>
            </a:r>
            <a:endParaRPr sz="5500" b="1" i="0" u="none" strike="noStrike" cap="none">
              <a:solidFill>
                <a:schemeClr val="dk1"/>
              </a:solidFill>
              <a:latin typeface="Calibri"/>
              <a:ea typeface="Calibri"/>
              <a:cs typeface="Calibri"/>
              <a:sym typeface="Calibri"/>
            </a:endParaRPr>
          </a:p>
        </p:txBody>
      </p:sp>
      <p:pic>
        <p:nvPicPr>
          <p:cNvPr id="81" name="Google Shape;81;g3d70df7b2ae_0_32"/>
          <p:cNvPicPr preferRelativeResize="0"/>
          <p:nvPr/>
        </p:nvPicPr>
        <p:blipFill>
          <a:blip r:embed="rId8">
            <a:alphaModFix/>
          </a:blip>
          <a:stretch>
            <a:fillRect/>
          </a:stretch>
        </p:blipFill>
        <p:spPr>
          <a:xfrm>
            <a:off x="13542212" y="27414560"/>
            <a:ext cx="16737776" cy="9410390"/>
          </a:xfrm>
          <a:prstGeom prst="rect">
            <a:avLst/>
          </a:prstGeom>
          <a:noFill/>
          <a:ln>
            <a:noFill/>
          </a:ln>
        </p:spPr>
      </p:pic>
    </p:spTree>
  </p:cSld>
  <p:clrMapOvr>
    <a:masterClrMapping/>
  </p:clrMapOvr>
</p:sld>
</file>

<file path=ppt/theme/theme1.xml><?xml version="1.0" encoding="utf-8"?>
<a:theme xmlns:a="http://schemas.openxmlformats.org/drawingml/2006/main" name="Default Design">
  <a:themeElements>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563</Words>
  <Application>Microsoft Macintosh PowerPoint</Application>
  <PresentationFormat>Custom</PresentationFormat>
  <Paragraphs>85</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Default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shopper</dc:creator>
  <cp:lastModifiedBy>Natalie Spohn</cp:lastModifiedBy>
  <cp:revision>1</cp:revision>
  <dcterms:created xsi:type="dcterms:W3CDTF">2007-04-04T14:17:42Z</dcterms:created>
  <dcterms:modified xsi:type="dcterms:W3CDTF">2026-04-18T00:21:42Z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0x0101008CB6C76999A8E946924D195080FADDE7</vt:lpwstr>
  </property>
</Properties>
</file>